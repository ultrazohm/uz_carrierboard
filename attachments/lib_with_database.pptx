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1284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EAD 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/>
          <p:cNvSpPr/>
          <p:nvPr/>
        </p:nvSpPr>
        <p:spPr bwMode="auto">
          <a:xfrm>
            <a:off x="677398" y="1087630"/>
            <a:ext cx="824504" cy="824504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" name="Textfeld 3"/>
          <p:cNvSpPr txBox="1"/>
          <p:nvPr/>
        </p:nvSpPr>
        <p:spPr bwMode="auto">
          <a:xfrm>
            <a:off x="673116" y="2020148"/>
            <a:ext cx="828787" cy="923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de-DE" sz="600" b="0" kern="0" dirty="0">
                <a:solidFill>
                  <a:srgbClr val="000000"/>
                </a:solidFill>
                <a:latin typeface="+mn-lt"/>
              </a:rPr>
              <a:t>RGB 33/64/154</a:t>
            </a:r>
          </a:p>
        </p:txBody>
      </p:sp>
      <p:sp>
        <p:nvSpPr>
          <p:cNvPr id="14" name="Rechteck 13"/>
          <p:cNvSpPr/>
          <p:nvPr/>
        </p:nvSpPr>
        <p:spPr bwMode="auto">
          <a:xfrm>
            <a:off x="1717927" y="1087630"/>
            <a:ext cx="824504" cy="824504"/>
          </a:xfrm>
          <a:prstGeom prst="rect">
            <a:avLst/>
          </a:prstGeom>
          <a:solidFill>
            <a:schemeClr val="accent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7" name="Textfeld 16"/>
          <p:cNvSpPr txBox="1"/>
          <p:nvPr/>
        </p:nvSpPr>
        <p:spPr bwMode="auto">
          <a:xfrm>
            <a:off x="1713644" y="2020148"/>
            <a:ext cx="828787" cy="923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de-DE" sz="600" b="0" kern="0" dirty="0">
                <a:solidFill>
                  <a:srgbClr val="000000"/>
                </a:solidFill>
                <a:latin typeface="+mn-lt"/>
              </a:rPr>
              <a:t>RGB 0/174/239</a:t>
            </a:r>
          </a:p>
        </p:txBody>
      </p:sp>
      <p:sp>
        <p:nvSpPr>
          <p:cNvPr id="26" name="Rechteck 25"/>
          <p:cNvSpPr/>
          <p:nvPr/>
        </p:nvSpPr>
        <p:spPr bwMode="auto">
          <a:xfrm>
            <a:off x="3665776" y="1087630"/>
            <a:ext cx="824504" cy="824504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7" name="Textfeld 26"/>
          <p:cNvSpPr txBox="1"/>
          <p:nvPr/>
        </p:nvSpPr>
        <p:spPr bwMode="auto">
          <a:xfrm>
            <a:off x="3661494" y="2020148"/>
            <a:ext cx="828787" cy="923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de-DE" sz="600" b="0" kern="0" dirty="0">
                <a:solidFill>
                  <a:srgbClr val="000000"/>
                </a:solidFill>
                <a:latin typeface="+mn-lt"/>
              </a:rPr>
              <a:t>RGB 0/125/189</a:t>
            </a:r>
          </a:p>
        </p:txBody>
      </p:sp>
      <p:sp>
        <p:nvSpPr>
          <p:cNvPr id="28" name="Rechteck 27"/>
          <p:cNvSpPr/>
          <p:nvPr/>
        </p:nvSpPr>
        <p:spPr bwMode="auto">
          <a:xfrm>
            <a:off x="4706305" y="1087630"/>
            <a:ext cx="824504" cy="824504"/>
          </a:xfrm>
          <a:prstGeom prst="rect">
            <a:avLst/>
          </a:prstGeom>
          <a:solidFill>
            <a:schemeClr val="accent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9" name="Textfeld 28"/>
          <p:cNvSpPr txBox="1"/>
          <p:nvPr/>
        </p:nvSpPr>
        <p:spPr bwMode="auto">
          <a:xfrm>
            <a:off x="4702022" y="2020148"/>
            <a:ext cx="828787" cy="923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de-DE" sz="600" b="0" kern="0" dirty="0">
                <a:solidFill>
                  <a:srgbClr val="000000"/>
                </a:solidFill>
                <a:latin typeface="+mn-lt"/>
              </a:rPr>
              <a:t>RGB 149/197/224</a:t>
            </a:r>
          </a:p>
        </p:txBody>
      </p:sp>
      <p:sp>
        <p:nvSpPr>
          <p:cNvPr id="30" name="Rechteck 29"/>
          <p:cNvSpPr/>
          <p:nvPr/>
        </p:nvSpPr>
        <p:spPr bwMode="auto">
          <a:xfrm>
            <a:off x="6639814" y="1087630"/>
            <a:ext cx="824504" cy="824504"/>
          </a:xfrm>
          <a:prstGeom prst="rect">
            <a:avLst/>
          </a:prstGeom>
          <a:solidFill>
            <a:srgbClr val="0093AD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1" name="Textfeld 30"/>
          <p:cNvSpPr txBox="1"/>
          <p:nvPr/>
        </p:nvSpPr>
        <p:spPr bwMode="auto">
          <a:xfrm>
            <a:off x="6635531" y="2020148"/>
            <a:ext cx="828787" cy="923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de-DE" sz="600" b="0" kern="0" dirty="0">
                <a:solidFill>
                  <a:srgbClr val="000000"/>
                </a:solidFill>
                <a:latin typeface="+mn-lt"/>
              </a:rPr>
              <a:t>RGB 0/147/173</a:t>
            </a:r>
          </a:p>
        </p:txBody>
      </p:sp>
      <p:sp>
        <p:nvSpPr>
          <p:cNvPr id="32" name="Rechteck 31"/>
          <p:cNvSpPr/>
          <p:nvPr/>
        </p:nvSpPr>
        <p:spPr bwMode="auto">
          <a:xfrm>
            <a:off x="7680342" y="1087630"/>
            <a:ext cx="824504" cy="824504"/>
          </a:xfrm>
          <a:prstGeom prst="rect">
            <a:avLst/>
          </a:prstGeom>
          <a:solidFill>
            <a:srgbClr val="AFDFE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3" name="Textfeld 32"/>
          <p:cNvSpPr txBox="1"/>
          <p:nvPr/>
        </p:nvSpPr>
        <p:spPr bwMode="auto">
          <a:xfrm>
            <a:off x="7676059" y="2020148"/>
            <a:ext cx="828787" cy="923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de-DE" sz="600" b="0" kern="0" dirty="0">
                <a:solidFill>
                  <a:srgbClr val="000000"/>
                </a:solidFill>
                <a:latin typeface="+mn-lt"/>
              </a:rPr>
              <a:t>RGB 175/223/228</a:t>
            </a:r>
          </a:p>
        </p:txBody>
      </p:sp>
      <p:sp>
        <p:nvSpPr>
          <p:cNvPr id="34" name="Rechteck 33"/>
          <p:cNvSpPr/>
          <p:nvPr/>
        </p:nvSpPr>
        <p:spPr bwMode="auto">
          <a:xfrm>
            <a:off x="667342" y="3453493"/>
            <a:ext cx="824504" cy="824504"/>
          </a:xfrm>
          <a:prstGeom prst="rect">
            <a:avLst/>
          </a:prstGeom>
          <a:solidFill>
            <a:srgbClr val="32BCAD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600" b="0" i="0" u="none" strike="noStrike" cap="none" normalizeH="0" baseline="0">
              <a:ln>
                <a:noFill/>
              </a:ln>
              <a:solidFill>
                <a:srgbClr val="32BCAD"/>
              </a:solidFill>
              <a:effectLst/>
              <a:latin typeface="Arial" charset="0"/>
            </a:endParaRPr>
          </a:p>
        </p:txBody>
      </p:sp>
      <p:sp>
        <p:nvSpPr>
          <p:cNvPr id="35" name="Textfeld 34"/>
          <p:cNvSpPr txBox="1"/>
          <p:nvPr/>
        </p:nvSpPr>
        <p:spPr bwMode="auto">
          <a:xfrm>
            <a:off x="663059" y="4386011"/>
            <a:ext cx="828787" cy="923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de-DE" sz="600" b="0" kern="0" dirty="0">
                <a:solidFill>
                  <a:srgbClr val="000000"/>
                </a:solidFill>
                <a:latin typeface="+mn-lt"/>
              </a:rPr>
              <a:t>RGB 50/188/173</a:t>
            </a:r>
          </a:p>
        </p:txBody>
      </p:sp>
      <p:sp>
        <p:nvSpPr>
          <p:cNvPr id="36" name="Rechteck 35"/>
          <p:cNvSpPr/>
          <p:nvPr/>
        </p:nvSpPr>
        <p:spPr bwMode="auto">
          <a:xfrm>
            <a:off x="1707870" y="3453493"/>
            <a:ext cx="824504" cy="824504"/>
          </a:xfrm>
          <a:prstGeom prst="rect">
            <a:avLst/>
          </a:prstGeom>
          <a:solidFill>
            <a:srgbClr val="B1DED3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600" b="0" i="0" u="none" strike="noStrike" cap="none" normalizeH="0" baseline="0">
              <a:ln>
                <a:noFill/>
              </a:ln>
              <a:solidFill>
                <a:srgbClr val="007179"/>
              </a:solidFill>
              <a:effectLst/>
              <a:latin typeface="Arial" charset="0"/>
            </a:endParaRPr>
          </a:p>
        </p:txBody>
      </p:sp>
      <p:sp>
        <p:nvSpPr>
          <p:cNvPr id="37" name="Textfeld 36"/>
          <p:cNvSpPr txBox="1"/>
          <p:nvPr/>
        </p:nvSpPr>
        <p:spPr bwMode="auto">
          <a:xfrm>
            <a:off x="1703587" y="4386011"/>
            <a:ext cx="828787" cy="923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de-DE" sz="600" b="0" kern="0" dirty="0">
                <a:solidFill>
                  <a:srgbClr val="000000"/>
                </a:solidFill>
                <a:latin typeface="+mn-lt"/>
              </a:rPr>
              <a:t>RGB 177/222/211</a:t>
            </a:r>
          </a:p>
        </p:txBody>
      </p:sp>
      <p:sp>
        <p:nvSpPr>
          <p:cNvPr id="38" name="Rechteck 37"/>
          <p:cNvSpPr/>
          <p:nvPr/>
        </p:nvSpPr>
        <p:spPr bwMode="auto">
          <a:xfrm>
            <a:off x="3662143" y="3451015"/>
            <a:ext cx="824504" cy="824504"/>
          </a:xfrm>
          <a:prstGeom prst="rect">
            <a:avLst/>
          </a:prstGeom>
          <a:solidFill>
            <a:srgbClr val="00A08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9" name="Textfeld 38"/>
          <p:cNvSpPr txBox="1"/>
          <p:nvPr/>
        </p:nvSpPr>
        <p:spPr bwMode="auto">
          <a:xfrm>
            <a:off x="3657860" y="4383533"/>
            <a:ext cx="828787" cy="923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de-DE" sz="600" b="0" kern="0" dirty="0">
                <a:solidFill>
                  <a:srgbClr val="000000"/>
                </a:solidFill>
                <a:latin typeface="+mn-lt"/>
              </a:rPr>
              <a:t>RGB 0/160/143</a:t>
            </a:r>
          </a:p>
        </p:txBody>
      </p:sp>
      <p:sp>
        <p:nvSpPr>
          <p:cNvPr id="40" name="Rechteck 39"/>
          <p:cNvSpPr/>
          <p:nvPr/>
        </p:nvSpPr>
        <p:spPr bwMode="auto">
          <a:xfrm>
            <a:off x="4702671" y="3451015"/>
            <a:ext cx="824504" cy="824504"/>
          </a:xfrm>
          <a:prstGeom prst="rect">
            <a:avLst/>
          </a:prstGeom>
          <a:solidFill>
            <a:srgbClr val="82C6B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1" name="Textfeld 40"/>
          <p:cNvSpPr txBox="1"/>
          <p:nvPr/>
        </p:nvSpPr>
        <p:spPr bwMode="auto">
          <a:xfrm>
            <a:off x="4698388" y="4383533"/>
            <a:ext cx="828787" cy="923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de-DE" sz="600" b="0" kern="0" dirty="0">
                <a:solidFill>
                  <a:srgbClr val="000000"/>
                </a:solidFill>
                <a:latin typeface="+mn-lt"/>
              </a:rPr>
              <a:t>RGB 130/198/191</a:t>
            </a:r>
          </a:p>
        </p:txBody>
      </p:sp>
      <p:sp>
        <p:nvSpPr>
          <p:cNvPr id="42" name="Rechteck 41"/>
          <p:cNvSpPr/>
          <p:nvPr/>
        </p:nvSpPr>
        <p:spPr bwMode="auto">
          <a:xfrm>
            <a:off x="6655255" y="3451015"/>
            <a:ext cx="824504" cy="824504"/>
          </a:xfrm>
          <a:prstGeom prst="rect">
            <a:avLst/>
          </a:prstGeom>
          <a:solidFill>
            <a:srgbClr val="007179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3" name="Textfeld 42"/>
          <p:cNvSpPr txBox="1"/>
          <p:nvPr/>
        </p:nvSpPr>
        <p:spPr bwMode="auto">
          <a:xfrm>
            <a:off x="6652661" y="4383533"/>
            <a:ext cx="828787" cy="923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de-DE" sz="600" b="0" kern="0" dirty="0">
                <a:solidFill>
                  <a:srgbClr val="000000"/>
                </a:solidFill>
                <a:latin typeface="+mn-lt"/>
              </a:rPr>
              <a:t>RGB 0/113/121</a:t>
            </a:r>
          </a:p>
        </p:txBody>
      </p:sp>
      <p:sp>
        <p:nvSpPr>
          <p:cNvPr id="44" name="Rechteck 43"/>
          <p:cNvSpPr/>
          <p:nvPr/>
        </p:nvSpPr>
        <p:spPr bwMode="auto">
          <a:xfrm>
            <a:off x="7695783" y="3451015"/>
            <a:ext cx="824504" cy="824504"/>
          </a:xfrm>
          <a:prstGeom prst="rect">
            <a:avLst/>
          </a:prstGeom>
          <a:solidFill>
            <a:srgbClr val="64B5B6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5" name="Textfeld 44"/>
          <p:cNvSpPr txBox="1"/>
          <p:nvPr/>
        </p:nvSpPr>
        <p:spPr bwMode="auto">
          <a:xfrm>
            <a:off x="7693189" y="4383533"/>
            <a:ext cx="828787" cy="923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de-DE" sz="600" b="0" kern="0" dirty="0">
                <a:solidFill>
                  <a:srgbClr val="000000"/>
                </a:solidFill>
                <a:latin typeface="+mn-lt"/>
              </a:rPr>
              <a:t>RGB</a:t>
            </a:r>
            <a:r>
              <a:rPr lang="de-DE" sz="600" b="0" kern="0" baseline="0" dirty="0">
                <a:solidFill>
                  <a:srgbClr val="000000"/>
                </a:solidFill>
                <a:latin typeface="+mn-lt"/>
              </a:rPr>
              <a:t> 100/181/182</a:t>
            </a:r>
            <a:endParaRPr lang="de-DE" sz="600" b="0" kern="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46" name="Rechteck 45"/>
          <p:cNvSpPr/>
          <p:nvPr/>
        </p:nvSpPr>
        <p:spPr bwMode="auto">
          <a:xfrm>
            <a:off x="677398" y="5109677"/>
            <a:ext cx="824504" cy="824504"/>
          </a:xfrm>
          <a:prstGeom prst="rect">
            <a:avLst/>
          </a:prstGeom>
          <a:solidFill>
            <a:srgbClr val="A7A9A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7" name="Textfeld 46"/>
          <p:cNvSpPr txBox="1"/>
          <p:nvPr/>
        </p:nvSpPr>
        <p:spPr bwMode="auto">
          <a:xfrm>
            <a:off x="673116" y="6042195"/>
            <a:ext cx="828787" cy="923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de-DE" sz="600" b="0" kern="0" dirty="0">
                <a:solidFill>
                  <a:srgbClr val="000000"/>
                </a:solidFill>
                <a:latin typeface="+mn-lt"/>
              </a:rPr>
              <a:t>RGB 167/169/172</a:t>
            </a:r>
          </a:p>
        </p:txBody>
      </p:sp>
      <p:sp>
        <p:nvSpPr>
          <p:cNvPr id="48" name="Rechteck 47"/>
          <p:cNvSpPr/>
          <p:nvPr/>
        </p:nvSpPr>
        <p:spPr bwMode="auto">
          <a:xfrm>
            <a:off x="1717927" y="5109677"/>
            <a:ext cx="824504" cy="824504"/>
          </a:xfrm>
          <a:prstGeom prst="rect">
            <a:avLst/>
          </a:prstGeom>
          <a:solidFill>
            <a:srgbClr val="D1D3D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9" name="Textfeld 48"/>
          <p:cNvSpPr txBox="1"/>
          <p:nvPr/>
        </p:nvSpPr>
        <p:spPr bwMode="auto">
          <a:xfrm>
            <a:off x="1713644" y="6042195"/>
            <a:ext cx="828787" cy="923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de-DE" sz="600" b="0" kern="0" dirty="0">
                <a:solidFill>
                  <a:srgbClr val="000000"/>
                </a:solidFill>
                <a:latin typeface="+mn-lt"/>
              </a:rPr>
              <a:t>RGB</a:t>
            </a:r>
            <a:r>
              <a:rPr lang="de-DE" sz="600" b="0" kern="0" baseline="0" dirty="0">
                <a:solidFill>
                  <a:srgbClr val="000000"/>
                </a:solidFill>
                <a:latin typeface="+mn-lt"/>
              </a:rPr>
              <a:t> 209/211/212</a:t>
            </a:r>
            <a:endParaRPr lang="de-DE" sz="600" b="0" kern="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50" name="Rechteck 49"/>
          <p:cNvSpPr/>
          <p:nvPr/>
        </p:nvSpPr>
        <p:spPr bwMode="auto">
          <a:xfrm>
            <a:off x="2802330" y="5109677"/>
            <a:ext cx="824504" cy="824504"/>
          </a:xfrm>
          <a:prstGeom prst="rect">
            <a:avLst/>
          </a:prstGeom>
          <a:solidFill>
            <a:srgbClr val="0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1" name="Textfeld 50"/>
          <p:cNvSpPr txBox="1"/>
          <p:nvPr/>
        </p:nvSpPr>
        <p:spPr bwMode="auto">
          <a:xfrm>
            <a:off x="2798047" y="6042195"/>
            <a:ext cx="828787" cy="923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de-DE" sz="600" b="0" kern="0" dirty="0">
                <a:solidFill>
                  <a:srgbClr val="000000"/>
                </a:solidFill>
                <a:latin typeface="+mn-lt"/>
              </a:rPr>
              <a:t>RGB 0/0/0</a:t>
            </a:r>
          </a:p>
        </p:txBody>
      </p:sp>
      <p:sp>
        <p:nvSpPr>
          <p:cNvPr id="52" name="Rechteck 51"/>
          <p:cNvSpPr/>
          <p:nvPr/>
        </p:nvSpPr>
        <p:spPr bwMode="auto">
          <a:xfrm>
            <a:off x="3842857" y="5109677"/>
            <a:ext cx="824504" cy="824504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A7A9AC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3" name="Textfeld 52"/>
          <p:cNvSpPr txBox="1"/>
          <p:nvPr/>
        </p:nvSpPr>
        <p:spPr bwMode="auto">
          <a:xfrm>
            <a:off x="3838575" y="6042195"/>
            <a:ext cx="828787" cy="923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de-DE" sz="600" b="0" kern="0" dirty="0">
                <a:solidFill>
                  <a:srgbClr val="000000"/>
                </a:solidFill>
                <a:latin typeface="+mn-lt"/>
              </a:rPr>
              <a:t>RGB255/255/255</a:t>
            </a:r>
          </a:p>
        </p:txBody>
      </p:sp>
      <p:sp>
        <p:nvSpPr>
          <p:cNvPr id="54" name="Textfeld 53"/>
          <p:cNvSpPr txBox="1"/>
          <p:nvPr/>
        </p:nvSpPr>
        <p:spPr bwMode="auto">
          <a:xfrm>
            <a:off x="663057" y="224645"/>
            <a:ext cx="2165218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de-DE" sz="900" b="1" kern="0" dirty="0">
                <a:solidFill>
                  <a:srgbClr val="000000"/>
                </a:solidFill>
                <a:latin typeface="+mn-lt"/>
              </a:rPr>
              <a:t>ELSYS</a:t>
            </a:r>
          </a:p>
        </p:txBody>
      </p:sp>
      <p:sp>
        <p:nvSpPr>
          <p:cNvPr id="55" name="Textfeld 54"/>
          <p:cNvSpPr txBox="1"/>
          <p:nvPr/>
        </p:nvSpPr>
        <p:spPr bwMode="auto">
          <a:xfrm>
            <a:off x="3651435" y="227123"/>
            <a:ext cx="2165218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de-DE" sz="900" b="1" kern="0" dirty="0">
                <a:solidFill>
                  <a:srgbClr val="000000"/>
                </a:solidFill>
                <a:latin typeface="+mn-lt"/>
              </a:rPr>
              <a:t>Elektrische Maschinen</a:t>
            </a:r>
          </a:p>
        </p:txBody>
      </p:sp>
      <p:sp>
        <p:nvSpPr>
          <p:cNvPr id="56" name="Textfeld 55"/>
          <p:cNvSpPr txBox="1"/>
          <p:nvPr/>
        </p:nvSpPr>
        <p:spPr bwMode="auto">
          <a:xfrm>
            <a:off x="6625473" y="188641"/>
            <a:ext cx="2165218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de-DE" sz="900" b="1" kern="0" dirty="0">
                <a:solidFill>
                  <a:srgbClr val="000000"/>
                </a:solidFill>
                <a:latin typeface="+mn-lt"/>
              </a:rPr>
              <a:t>Mechatronische Systeme</a:t>
            </a:r>
          </a:p>
        </p:txBody>
      </p:sp>
      <p:sp>
        <p:nvSpPr>
          <p:cNvPr id="57" name="Textfeld 56"/>
          <p:cNvSpPr txBox="1"/>
          <p:nvPr/>
        </p:nvSpPr>
        <p:spPr bwMode="auto">
          <a:xfrm>
            <a:off x="6655254" y="2600909"/>
            <a:ext cx="2165218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de-DE" sz="900" b="1" kern="0" dirty="0">
                <a:solidFill>
                  <a:srgbClr val="000000"/>
                </a:solidFill>
                <a:latin typeface="+mn-lt"/>
              </a:rPr>
              <a:t>Embedded Systems</a:t>
            </a:r>
          </a:p>
        </p:txBody>
      </p:sp>
      <p:sp>
        <p:nvSpPr>
          <p:cNvPr id="58" name="Textfeld 57"/>
          <p:cNvSpPr txBox="1"/>
          <p:nvPr/>
        </p:nvSpPr>
        <p:spPr bwMode="auto">
          <a:xfrm>
            <a:off x="3657860" y="2600909"/>
            <a:ext cx="2165218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de-DE" sz="900" b="1" kern="0" dirty="0">
                <a:solidFill>
                  <a:srgbClr val="000000"/>
                </a:solidFill>
                <a:latin typeface="+mn-lt"/>
              </a:rPr>
              <a:t>Leistungselektronik</a:t>
            </a:r>
          </a:p>
        </p:txBody>
      </p:sp>
      <p:sp>
        <p:nvSpPr>
          <p:cNvPr id="60" name="Textfeld 59"/>
          <p:cNvSpPr txBox="1"/>
          <p:nvPr/>
        </p:nvSpPr>
        <p:spPr bwMode="auto">
          <a:xfrm>
            <a:off x="679586" y="4786752"/>
            <a:ext cx="2165218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de-DE" sz="900" b="1" kern="0" dirty="0">
                <a:solidFill>
                  <a:srgbClr val="000000"/>
                </a:solidFill>
                <a:latin typeface="+mn-lt"/>
              </a:rPr>
              <a:t>Zusatzfarben</a:t>
            </a:r>
          </a:p>
        </p:txBody>
      </p:sp>
      <p:sp>
        <p:nvSpPr>
          <p:cNvPr id="61" name="Textfeld 60"/>
          <p:cNvSpPr txBox="1"/>
          <p:nvPr/>
        </p:nvSpPr>
        <p:spPr bwMode="auto">
          <a:xfrm>
            <a:off x="663057" y="2600909"/>
            <a:ext cx="2708958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de-DE" sz="900" b="1" kern="0" dirty="0">
                <a:solidFill>
                  <a:srgbClr val="000000"/>
                </a:solidFill>
                <a:latin typeface="+mn-lt"/>
              </a:rPr>
              <a:t>Modellbasierte Systemoptimierung</a:t>
            </a:r>
          </a:p>
        </p:txBody>
      </p:sp>
      <p:sp>
        <p:nvSpPr>
          <p:cNvPr id="62" name="Rechteck 61"/>
          <p:cNvSpPr/>
          <p:nvPr/>
        </p:nvSpPr>
        <p:spPr bwMode="auto">
          <a:xfrm>
            <a:off x="0" y="0"/>
            <a:ext cx="173183" cy="6858000"/>
          </a:xfrm>
          <a:prstGeom prst="rect">
            <a:avLst/>
          </a:prstGeom>
          <a:solidFill>
            <a:srgbClr val="FF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9" name="Rechteck 58"/>
          <p:cNvSpPr/>
          <p:nvPr/>
        </p:nvSpPr>
        <p:spPr bwMode="auto">
          <a:xfrm>
            <a:off x="679586" y="512676"/>
            <a:ext cx="1865032" cy="432048"/>
          </a:xfrm>
          <a:prstGeom prst="rect">
            <a:avLst/>
          </a:prstGeom>
          <a:gradFill>
            <a:gsLst>
              <a:gs pos="51000">
                <a:schemeClr val="accent1"/>
              </a:gs>
              <a:gs pos="0">
                <a:srgbClr val="21409A"/>
              </a:gs>
              <a:gs pos="100000">
                <a:schemeClr val="accent2"/>
              </a:gs>
            </a:gsLst>
            <a:lin ang="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3" name="Rechteck 62"/>
          <p:cNvSpPr/>
          <p:nvPr/>
        </p:nvSpPr>
        <p:spPr bwMode="auto">
          <a:xfrm>
            <a:off x="3674295" y="512676"/>
            <a:ext cx="1865032" cy="432048"/>
          </a:xfrm>
          <a:prstGeom prst="rect">
            <a:avLst/>
          </a:prstGeom>
          <a:gradFill>
            <a:gsLst>
              <a:gs pos="51000">
                <a:schemeClr val="accent3"/>
              </a:gs>
              <a:gs pos="0">
                <a:schemeClr val="accent3"/>
              </a:gs>
              <a:gs pos="100000">
                <a:schemeClr val="accent4"/>
              </a:gs>
            </a:gsLst>
            <a:lin ang="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4" name="Rechteck 63"/>
          <p:cNvSpPr/>
          <p:nvPr/>
        </p:nvSpPr>
        <p:spPr bwMode="auto">
          <a:xfrm>
            <a:off x="6642255" y="494700"/>
            <a:ext cx="1865032" cy="432048"/>
          </a:xfrm>
          <a:prstGeom prst="rect">
            <a:avLst/>
          </a:prstGeom>
          <a:gradFill>
            <a:gsLst>
              <a:gs pos="51000">
                <a:schemeClr val="accent5"/>
              </a:gs>
              <a:gs pos="0">
                <a:schemeClr val="accent5"/>
              </a:gs>
              <a:gs pos="100000">
                <a:schemeClr val="accent6"/>
              </a:gs>
            </a:gsLst>
            <a:lin ang="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5" name="Rechteck 64"/>
          <p:cNvSpPr/>
          <p:nvPr/>
        </p:nvSpPr>
        <p:spPr bwMode="auto">
          <a:xfrm>
            <a:off x="679586" y="2870912"/>
            <a:ext cx="1865032" cy="432048"/>
          </a:xfrm>
          <a:prstGeom prst="rect">
            <a:avLst/>
          </a:prstGeom>
          <a:gradFill>
            <a:gsLst>
              <a:gs pos="51000">
                <a:srgbClr val="32BCAD"/>
              </a:gs>
              <a:gs pos="0">
                <a:srgbClr val="32BCAD"/>
              </a:gs>
              <a:gs pos="100000">
                <a:srgbClr val="B1DED3"/>
              </a:gs>
            </a:gsLst>
            <a:lin ang="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6" name="Rechteck 65"/>
          <p:cNvSpPr/>
          <p:nvPr/>
        </p:nvSpPr>
        <p:spPr bwMode="auto">
          <a:xfrm>
            <a:off x="3674295" y="2870912"/>
            <a:ext cx="1865032" cy="432048"/>
          </a:xfrm>
          <a:prstGeom prst="rect">
            <a:avLst/>
          </a:prstGeom>
          <a:gradFill>
            <a:gsLst>
              <a:gs pos="51000">
                <a:srgbClr val="00A08F"/>
              </a:gs>
              <a:gs pos="0">
                <a:srgbClr val="00A08F"/>
              </a:gs>
              <a:gs pos="100000">
                <a:srgbClr val="82C6BF"/>
              </a:gs>
            </a:gsLst>
            <a:lin ang="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7" name="Rechteck 66"/>
          <p:cNvSpPr/>
          <p:nvPr/>
        </p:nvSpPr>
        <p:spPr bwMode="auto">
          <a:xfrm>
            <a:off x="6642255" y="2852936"/>
            <a:ext cx="1865032" cy="432048"/>
          </a:xfrm>
          <a:prstGeom prst="rect">
            <a:avLst/>
          </a:prstGeom>
          <a:gradFill>
            <a:gsLst>
              <a:gs pos="51000">
                <a:srgbClr val="007179"/>
              </a:gs>
              <a:gs pos="0">
                <a:srgbClr val="007179"/>
              </a:gs>
              <a:gs pos="100000">
                <a:srgbClr val="64B5B6"/>
              </a:gs>
            </a:gsLst>
            <a:lin ang="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01641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EAD M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extfeld 58"/>
          <p:cNvSpPr txBox="1"/>
          <p:nvPr/>
        </p:nvSpPr>
        <p:spPr>
          <a:xfrm>
            <a:off x="424557" y="2249152"/>
            <a:ext cx="4091606" cy="577081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407194" indent="-207169">
              <a:spcAft>
                <a:spcPts val="900"/>
              </a:spcAft>
              <a:buFont typeface="Wingdings" panose="05000000000000000000" pitchFamily="2" charset="2"/>
              <a:buChar char="§"/>
            </a:pPr>
            <a:r>
              <a:rPr lang="de-DE" sz="1200" dirty="0">
                <a:solidFill>
                  <a:srgbClr val="000000"/>
                </a:solidFill>
              </a:rPr>
              <a:t>Aufzählungen 16-18 Pt.</a:t>
            </a:r>
          </a:p>
          <a:p>
            <a:pPr marL="407194" indent="-207169">
              <a:spcAft>
                <a:spcPts val="900"/>
              </a:spcAft>
              <a:buFont typeface="Wingdings" panose="05000000000000000000" pitchFamily="2" charset="2"/>
              <a:buChar char="§"/>
            </a:pPr>
            <a:r>
              <a:rPr lang="de-DE" sz="1200" dirty="0">
                <a:solidFill>
                  <a:srgbClr val="000000"/>
                </a:solidFill>
              </a:rPr>
              <a:t>Aufzählungen 16-18 Pt.</a:t>
            </a:r>
          </a:p>
        </p:txBody>
      </p:sp>
      <p:sp>
        <p:nvSpPr>
          <p:cNvPr id="62" name="Rechteck 61"/>
          <p:cNvSpPr/>
          <p:nvPr/>
        </p:nvSpPr>
        <p:spPr>
          <a:xfrm>
            <a:off x="6503405" y="1357316"/>
            <a:ext cx="2297038" cy="1962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675" dirty="0">
                <a:solidFill>
                  <a:srgbClr val="000000"/>
                </a:solidFill>
              </a:rPr>
              <a:t>Fußnoten / Bildbeschreibung 9-11 Pt.</a:t>
            </a:r>
            <a:endParaRPr lang="de-DE" sz="675" baseline="30000" dirty="0">
              <a:solidFill>
                <a:srgbClr val="000000"/>
              </a:solidFill>
            </a:endParaRPr>
          </a:p>
        </p:txBody>
      </p:sp>
      <p:sp>
        <p:nvSpPr>
          <p:cNvPr id="63" name="Text Box 28"/>
          <p:cNvSpPr txBox="1">
            <a:spLocks noChangeArrowheads="1"/>
          </p:cNvSpPr>
          <p:nvPr/>
        </p:nvSpPr>
        <p:spPr bwMode="auto">
          <a:xfrm>
            <a:off x="332014" y="1825950"/>
            <a:ext cx="4184149" cy="363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74" tIns="34287" rIns="68574" bIns="34287">
            <a:noAutofit/>
          </a:bodyPr>
          <a:lstStyle>
            <a:lvl1pPr defTabSz="912813" eaLnBrk="0" hangingPunct="0">
              <a:spcAft>
                <a:spcPct val="300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2813" eaLnBrk="0" hangingPunct="0">
              <a:spcAft>
                <a:spcPct val="300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2813" eaLnBrk="0" hangingPunct="0">
              <a:spcAft>
                <a:spcPct val="30000"/>
              </a:spcAft>
              <a:buClr>
                <a:srgbClr val="CC0000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2813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2813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Aft>
                <a:spcPct val="0"/>
              </a:spcAft>
              <a:buClrTx/>
              <a:buFontTx/>
              <a:buNone/>
            </a:pPr>
            <a:r>
              <a:rPr lang="de-DE" altLang="de-DE" sz="1200" b="1" dirty="0">
                <a:solidFill>
                  <a:srgbClr val="000000"/>
                </a:solidFill>
                <a:cs typeface="Arial" panose="020B0604020202020204" pitchFamily="34" charset="0"/>
              </a:rPr>
              <a:t>Beispiel</a:t>
            </a:r>
            <a:r>
              <a:rPr lang="de-DE" altLang="de-DE" sz="1200" b="1" baseline="0" dirty="0">
                <a:solidFill>
                  <a:srgbClr val="000000"/>
                </a:solidFill>
                <a:cs typeface="Arial" panose="020B0604020202020204" pitchFamily="34" charset="0"/>
              </a:rPr>
              <a:t> Text 16-20 Pt., Fett</a:t>
            </a:r>
            <a:endParaRPr lang="de-DE" altLang="de-DE" sz="1200" b="1" dirty="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64" name="Text Box 28"/>
          <p:cNvSpPr txBox="1">
            <a:spLocks noChangeArrowheads="1"/>
          </p:cNvSpPr>
          <p:nvPr/>
        </p:nvSpPr>
        <p:spPr bwMode="auto">
          <a:xfrm>
            <a:off x="323528" y="1052736"/>
            <a:ext cx="4428492" cy="3960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74" tIns="34287" rIns="68574" bIns="34287">
            <a:noAutofit/>
          </a:bodyPr>
          <a:lstStyle>
            <a:lvl1pPr defTabSz="912813" eaLnBrk="0" hangingPunct="0">
              <a:spcAft>
                <a:spcPct val="300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2813" eaLnBrk="0" hangingPunct="0">
              <a:spcAft>
                <a:spcPct val="300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2813" eaLnBrk="0" hangingPunct="0">
              <a:spcAft>
                <a:spcPct val="30000"/>
              </a:spcAft>
              <a:buClr>
                <a:srgbClr val="CC0000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2813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2813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Aft>
                <a:spcPct val="0"/>
              </a:spcAft>
              <a:buClrTx/>
              <a:buFontTx/>
              <a:buNone/>
            </a:pPr>
            <a:r>
              <a:rPr lang="de-DE" altLang="de-DE" sz="1500" dirty="0">
                <a:solidFill>
                  <a:srgbClr val="000000"/>
                </a:solidFill>
                <a:cs typeface="Arial" panose="020B0604020202020204" pitchFamily="34" charset="0"/>
              </a:rPr>
              <a:t>Fließtext / </a:t>
            </a:r>
            <a:r>
              <a:rPr lang="de-DE" altLang="de-DE" sz="1500" dirty="0" err="1">
                <a:solidFill>
                  <a:srgbClr val="000000"/>
                </a:solidFill>
                <a:cs typeface="Arial" panose="020B0604020202020204" pitchFamily="34" charset="0"/>
              </a:rPr>
              <a:t>Eingstiegstext</a:t>
            </a:r>
            <a:r>
              <a:rPr lang="de-DE" altLang="de-DE" sz="1500" baseline="0" dirty="0">
                <a:solidFill>
                  <a:srgbClr val="000000"/>
                </a:solidFill>
                <a:cs typeface="Arial" panose="020B0604020202020204" pitchFamily="34" charset="0"/>
              </a:rPr>
              <a:t> / o.ä. 20 Pt.</a:t>
            </a:r>
            <a:endParaRPr lang="de-DE" altLang="de-DE" sz="1500" dirty="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66" name="Rechteck 65"/>
          <p:cNvSpPr/>
          <p:nvPr/>
        </p:nvSpPr>
        <p:spPr>
          <a:xfrm>
            <a:off x="6827440" y="620689"/>
            <a:ext cx="1524980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900" baseline="0" dirty="0">
                <a:solidFill>
                  <a:srgbClr val="000000"/>
                </a:solidFill>
              </a:rPr>
              <a:t>Kurzinfos 12-14 Pt.</a:t>
            </a:r>
            <a:endParaRPr lang="de-DE" sz="900" baseline="30000" dirty="0">
              <a:solidFill>
                <a:srgbClr val="000000"/>
              </a:solidFill>
            </a:endParaRPr>
          </a:p>
        </p:txBody>
      </p:sp>
      <p:sp>
        <p:nvSpPr>
          <p:cNvPr id="67" name="Textfeld 66"/>
          <p:cNvSpPr txBox="1"/>
          <p:nvPr/>
        </p:nvSpPr>
        <p:spPr>
          <a:xfrm>
            <a:off x="410815" y="3777492"/>
            <a:ext cx="4091606" cy="577081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407194" indent="-207169">
              <a:spcAft>
                <a:spcPts val="900"/>
              </a:spcAft>
              <a:buFont typeface="Wingdings" panose="05000000000000000000" pitchFamily="2" charset="2"/>
              <a:buChar char="§"/>
            </a:pPr>
            <a:r>
              <a:rPr lang="de-DE" sz="1200" dirty="0">
                <a:solidFill>
                  <a:srgbClr val="000000"/>
                </a:solidFill>
              </a:rPr>
              <a:t>Aufzählungen 16-18 Pt.</a:t>
            </a:r>
          </a:p>
          <a:p>
            <a:pPr marL="407194" indent="-207169">
              <a:spcAft>
                <a:spcPts val="900"/>
              </a:spcAft>
              <a:buFont typeface="Wingdings" panose="05000000000000000000" pitchFamily="2" charset="2"/>
              <a:buChar char="§"/>
            </a:pPr>
            <a:r>
              <a:rPr lang="de-DE" sz="1200" dirty="0">
                <a:solidFill>
                  <a:srgbClr val="000000"/>
                </a:solidFill>
              </a:rPr>
              <a:t>Aufzählungen 16-18 Pt.</a:t>
            </a:r>
          </a:p>
        </p:txBody>
      </p:sp>
      <p:sp>
        <p:nvSpPr>
          <p:cNvPr id="68" name="Text Box 28"/>
          <p:cNvSpPr txBox="1">
            <a:spLocks noChangeArrowheads="1"/>
          </p:cNvSpPr>
          <p:nvPr/>
        </p:nvSpPr>
        <p:spPr bwMode="auto">
          <a:xfrm>
            <a:off x="318272" y="3354290"/>
            <a:ext cx="4184149" cy="363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74" tIns="34287" rIns="68574" bIns="34287">
            <a:noAutofit/>
          </a:bodyPr>
          <a:lstStyle>
            <a:lvl1pPr defTabSz="912813" eaLnBrk="0" hangingPunct="0">
              <a:spcAft>
                <a:spcPct val="300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2813" eaLnBrk="0" hangingPunct="0">
              <a:spcAft>
                <a:spcPct val="300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2813" eaLnBrk="0" hangingPunct="0">
              <a:spcAft>
                <a:spcPct val="30000"/>
              </a:spcAft>
              <a:buClr>
                <a:srgbClr val="CC0000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2813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2813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Aft>
                <a:spcPct val="0"/>
              </a:spcAft>
              <a:buClrTx/>
              <a:buFontTx/>
              <a:buNone/>
            </a:pPr>
            <a:r>
              <a:rPr lang="de-DE" altLang="de-DE" sz="1500" b="0" dirty="0">
                <a:solidFill>
                  <a:srgbClr val="000000"/>
                </a:solidFill>
                <a:cs typeface="Arial" panose="020B0604020202020204" pitchFamily="34" charset="0"/>
              </a:rPr>
              <a:t>BEISPIEL</a:t>
            </a:r>
            <a:r>
              <a:rPr lang="de-DE" altLang="de-DE" sz="1500" b="0" baseline="0" dirty="0">
                <a:solidFill>
                  <a:srgbClr val="000000"/>
                </a:solidFill>
                <a:cs typeface="Arial" panose="020B0604020202020204" pitchFamily="34" charset="0"/>
              </a:rPr>
              <a:t> TEXT 20 PT., GROSS</a:t>
            </a:r>
            <a:endParaRPr lang="de-DE" altLang="de-DE" sz="1500" b="0" dirty="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69" name="Textfeld 68"/>
          <p:cNvSpPr txBox="1"/>
          <p:nvPr/>
        </p:nvSpPr>
        <p:spPr>
          <a:xfrm>
            <a:off x="410815" y="5419339"/>
            <a:ext cx="4091606" cy="323165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200025" indent="0">
              <a:spcAft>
                <a:spcPts val="900"/>
              </a:spcAft>
              <a:buFont typeface="Wingdings" panose="05000000000000000000" pitchFamily="2" charset="2"/>
              <a:buNone/>
            </a:pPr>
            <a:r>
              <a:rPr lang="de-DE" sz="1500" dirty="0">
                <a:solidFill>
                  <a:srgbClr val="000000"/>
                </a:solidFill>
                <a:sym typeface="Wingdings" panose="05000000000000000000" pitchFamily="2" charset="2"/>
              </a:rPr>
              <a:t> Nebensatz 20 Pt.</a:t>
            </a:r>
            <a:endParaRPr lang="de-DE" sz="1500" dirty="0">
              <a:solidFill>
                <a:srgbClr val="000000"/>
              </a:solidFill>
            </a:endParaRPr>
          </a:p>
        </p:txBody>
      </p:sp>
      <p:sp>
        <p:nvSpPr>
          <p:cNvPr id="70" name="Text Box 28"/>
          <p:cNvSpPr txBox="1">
            <a:spLocks noChangeArrowheads="1"/>
          </p:cNvSpPr>
          <p:nvPr/>
        </p:nvSpPr>
        <p:spPr bwMode="auto">
          <a:xfrm>
            <a:off x="318272" y="4996137"/>
            <a:ext cx="4184149" cy="363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74" tIns="34287" rIns="68574" bIns="34287">
            <a:noAutofit/>
          </a:bodyPr>
          <a:lstStyle>
            <a:lvl1pPr defTabSz="912813" eaLnBrk="0" hangingPunct="0">
              <a:spcAft>
                <a:spcPct val="300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2813" eaLnBrk="0" hangingPunct="0">
              <a:spcAft>
                <a:spcPct val="300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2813" eaLnBrk="0" hangingPunct="0">
              <a:spcAft>
                <a:spcPct val="30000"/>
              </a:spcAft>
              <a:buClr>
                <a:srgbClr val="CC0000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2813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2813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Aft>
                <a:spcPct val="0"/>
              </a:spcAft>
              <a:buClrTx/>
              <a:buFontTx/>
              <a:buNone/>
            </a:pPr>
            <a:r>
              <a:rPr lang="de-DE" altLang="de-DE" sz="1500" b="0" dirty="0">
                <a:solidFill>
                  <a:srgbClr val="000000"/>
                </a:solidFill>
                <a:cs typeface="Arial" panose="020B0604020202020204" pitchFamily="34" charset="0"/>
              </a:rPr>
              <a:t>Beispiel</a:t>
            </a:r>
            <a:r>
              <a:rPr lang="de-DE" altLang="de-DE" sz="1500" b="0" baseline="0" dirty="0">
                <a:solidFill>
                  <a:srgbClr val="000000"/>
                </a:solidFill>
                <a:cs typeface="Arial" panose="020B0604020202020204" pitchFamily="34" charset="0"/>
              </a:rPr>
              <a:t> Text 20 Pt.</a:t>
            </a:r>
            <a:endParaRPr lang="de-DE" altLang="de-DE" sz="1500" b="0" dirty="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71" name="Rechteck 70"/>
          <p:cNvSpPr/>
          <p:nvPr/>
        </p:nvSpPr>
        <p:spPr bwMode="auto">
          <a:xfrm>
            <a:off x="250825" y="911422"/>
            <a:ext cx="4463519" cy="681374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2" name="Rechteck 71"/>
          <p:cNvSpPr/>
          <p:nvPr/>
        </p:nvSpPr>
        <p:spPr bwMode="auto">
          <a:xfrm>
            <a:off x="250825" y="1779272"/>
            <a:ext cx="4463519" cy="1258909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3" name="Rechteck 72"/>
          <p:cNvSpPr/>
          <p:nvPr/>
        </p:nvSpPr>
        <p:spPr bwMode="auto">
          <a:xfrm>
            <a:off x="250826" y="3228204"/>
            <a:ext cx="4463518" cy="1408821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4" name="Rechteck 73"/>
          <p:cNvSpPr/>
          <p:nvPr/>
        </p:nvSpPr>
        <p:spPr bwMode="auto">
          <a:xfrm>
            <a:off x="251521" y="4852897"/>
            <a:ext cx="4462823" cy="1095793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5" name="Rechteck 74"/>
          <p:cNvSpPr/>
          <p:nvPr/>
        </p:nvSpPr>
        <p:spPr bwMode="auto">
          <a:xfrm>
            <a:off x="6195540" y="474797"/>
            <a:ext cx="2684824" cy="548571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6" name="Rechteck 75"/>
          <p:cNvSpPr/>
          <p:nvPr/>
        </p:nvSpPr>
        <p:spPr bwMode="auto">
          <a:xfrm>
            <a:off x="6195540" y="1189296"/>
            <a:ext cx="2684824" cy="548571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7" name="Textfeld 76"/>
          <p:cNvSpPr txBox="1"/>
          <p:nvPr/>
        </p:nvSpPr>
        <p:spPr>
          <a:xfrm>
            <a:off x="5567996" y="2121823"/>
            <a:ext cx="935409" cy="553998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407194" indent="-207169">
              <a:spcAft>
                <a:spcPts val="900"/>
              </a:spcAft>
              <a:buFont typeface="Wingdings" panose="05000000000000000000" pitchFamily="2" charset="2"/>
              <a:buChar char="§"/>
            </a:pPr>
            <a:r>
              <a:rPr lang="de-DE" sz="3000" baseline="0" dirty="0">
                <a:solidFill>
                  <a:srgbClr val="000000"/>
                </a:solidFill>
              </a:rPr>
              <a:t> </a:t>
            </a:r>
            <a:endParaRPr lang="de-DE" sz="3000" dirty="0">
              <a:solidFill>
                <a:srgbClr val="000000"/>
              </a:solidFill>
            </a:endParaRPr>
          </a:p>
        </p:txBody>
      </p:sp>
      <p:sp>
        <p:nvSpPr>
          <p:cNvPr id="78" name="Textfeld 77"/>
          <p:cNvSpPr txBox="1"/>
          <p:nvPr/>
        </p:nvSpPr>
        <p:spPr>
          <a:xfrm>
            <a:off x="5459288" y="2888474"/>
            <a:ext cx="935409" cy="553998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200025" indent="0">
              <a:spcAft>
                <a:spcPts val="900"/>
              </a:spcAft>
              <a:buFont typeface="Wingdings" panose="05000000000000000000" pitchFamily="2" charset="2"/>
              <a:buNone/>
            </a:pPr>
            <a:r>
              <a:rPr lang="de-DE" sz="3000" dirty="0">
                <a:solidFill>
                  <a:srgbClr val="000000"/>
                </a:solidFill>
                <a:sym typeface="Wingdings" panose="05000000000000000000" pitchFamily="2" charset="2"/>
              </a:rPr>
              <a:t></a:t>
            </a:r>
            <a:endParaRPr lang="de-DE" sz="3000" dirty="0">
              <a:solidFill>
                <a:srgbClr val="000000"/>
              </a:solidFill>
            </a:endParaRPr>
          </a:p>
        </p:txBody>
      </p:sp>
      <p:sp>
        <p:nvSpPr>
          <p:cNvPr id="79" name="Rechteck 78"/>
          <p:cNvSpPr/>
          <p:nvPr/>
        </p:nvSpPr>
        <p:spPr>
          <a:xfrm>
            <a:off x="6496694" y="2337267"/>
            <a:ext cx="2303748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900" baseline="0" dirty="0">
                <a:solidFill>
                  <a:srgbClr val="000000"/>
                </a:solidFill>
              </a:rPr>
              <a:t>Aufzählungszeichen Quadrat</a:t>
            </a:r>
            <a:endParaRPr lang="de-DE" sz="900" baseline="30000" dirty="0">
              <a:solidFill>
                <a:srgbClr val="000000"/>
              </a:solidFill>
            </a:endParaRPr>
          </a:p>
        </p:txBody>
      </p:sp>
      <p:sp>
        <p:nvSpPr>
          <p:cNvPr id="80" name="Rechteck 79"/>
          <p:cNvSpPr/>
          <p:nvPr/>
        </p:nvSpPr>
        <p:spPr>
          <a:xfrm>
            <a:off x="6503405" y="3117225"/>
            <a:ext cx="2052923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900" baseline="0" dirty="0">
                <a:solidFill>
                  <a:srgbClr val="000000"/>
                </a:solidFill>
              </a:rPr>
              <a:t>Aufzählungszeichen Pfeil</a:t>
            </a:r>
            <a:endParaRPr lang="de-DE" sz="900" baseline="30000" dirty="0">
              <a:solidFill>
                <a:srgbClr val="000000"/>
              </a:solidFill>
            </a:endParaRPr>
          </a:p>
        </p:txBody>
      </p:sp>
      <p:sp>
        <p:nvSpPr>
          <p:cNvPr id="81" name="Rechteck 80"/>
          <p:cNvSpPr/>
          <p:nvPr/>
        </p:nvSpPr>
        <p:spPr bwMode="auto">
          <a:xfrm>
            <a:off x="5567995" y="2240513"/>
            <a:ext cx="3312368" cy="548571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2" name="Rechteck 81"/>
          <p:cNvSpPr/>
          <p:nvPr/>
        </p:nvSpPr>
        <p:spPr bwMode="auto">
          <a:xfrm>
            <a:off x="5567995" y="2955012"/>
            <a:ext cx="3312368" cy="548571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4" name="Rechteck 83"/>
          <p:cNvSpPr/>
          <p:nvPr/>
        </p:nvSpPr>
        <p:spPr bwMode="auto">
          <a:xfrm>
            <a:off x="4968043" y="4003663"/>
            <a:ext cx="3912320" cy="1945027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5" name="Rechteck 84"/>
          <p:cNvSpPr/>
          <p:nvPr/>
        </p:nvSpPr>
        <p:spPr bwMode="auto">
          <a:xfrm>
            <a:off x="0" y="0"/>
            <a:ext cx="173183" cy="6858000"/>
          </a:xfrm>
          <a:prstGeom prst="rect">
            <a:avLst/>
          </a:prstGeom>
          <a:solidFill>
            <a:srgbClr val="FF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6" name="Text Box 28"/>
          <p:cNvSpPr txBox="1">
            <a:spLocks noChangeArrowheads="1"/>
          </p:cNvSpPr>
          <p:nvPr/>
        </p:nvSpPr>
        <p:spPr bwMode="auto">
          <a:xfrm>
            <a:off x="314119" y="271314"/>
            <a:ext cx="4428492" cy="3960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74" tIns="34287" rIns="68574" bIns="34287">
            <a:noAutofit/>
          </a:bodyPr>
          <a:lstStyle>
            <a:lvl1pPr defTabSz="912813" eaLnBrk="0" hangingPunct="0">
              <a:spcAft>
                <a:spcPct val="300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2813" eaLnBrk="0" hangingPunct="0">
              <a:spcAft>
                <a:spcPct val="300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2813" eaLnBrk="0" hangingPunct="0">
              <a:spcAft>
                <a:spcPct val="30000"/>
              </a:spcAft>
              <a:buClr>
                <a:srgbClr val="CC0000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2813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2813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Aft>
                <a:spcPct val="0"/>
              </a:spcAft>
              <a:buClrTx/>
              <a:buFontTx/>
              <a:buNone/>
            </a:pPr>
            <a:r>
              <a:rPr lang="de-DE" altLang="de-DE" sz="1500" dirty="0">
                <a:solidFill>
                  <a:srgbClr val="A7A9AC"/>
                </a:solidFill>
                <a:cs typeface="Arial" panose="020B0604020202020204" pitchFamily="34" charset="0"/>
              </a:rPr>
              <a:t>Schrift:</a:t>
            </a:r>
            <a:r>
              <a:rPr lang="de-DE" altLang="de-DE" sz="1500" baseline="0" dirty="0">
                <a:solidFill>
                  <a:srgbClr val="A7A9AC"/>
                </a:solidFill>
                <a:cs typeface="Arial" panose="020B0604020202020204" pitchFamily="34" charset="0"/>
              </a:rPr>
              <a:t> Arial</a:t>
            </a:r>
            <a:endParaRPr lang="de-DE" altLang="de-DE" sz="1500" dirty="0">
              <a:solidFill>
                <a:srgbClr val="A7A9AC"/>
              </a:solidFill>
              <a:cs typeface="Arial" panose="020B0604020202020204" pitchFamily="34" charset="0"/>
            </a:endParaRPr>
          </a:p>
        </p:txBody>
      </p:sp>
      <p:sp>
        <p:nvSpPr>
          <p:cNvPr id="27" name="Textfeld 4"/>
          <p:cNvSpPr txBox="1">
            <a:spLocks noChangeArrowheads="1"/>
          </p:cNvSpPr>
          <p:nvPr/>
        </p:nvSpPr>
        <p:spPr bwMode="auto">
          <a:xfrm>
            <a:off x="4968044" y="3968750"/>
            <a:ext cx="3832398" cy="14057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>
            <a:spAutoFit/>
          </a:bodyPr>
          <a:lstStyle>
            <a:lvl1pPr eaLnBrk="0" hangingPunct="0">
              <a:spcAft>
                <a:spcPct val="300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Aft>
                <a:spcPct val="300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Aft>
                <a:spcPct val="30000"/>
              </a:spcAft>
              <a:buClr>
                <a:srgbClr val="CC0000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342900" indent="-342900" eaLnBrk="1" hangingPunct="1">
              <a:lnSpc>
                <a:spcPct val="200000"/>
              </a:lnSpc>
              <a:spcAft>
                <a:spcPct val="0"/>
              </a:spcAft>
              <a:buClrTx/>
              <a:buFont typeface="+mj-lt"/>
              <a:buAutoNum type="arabicPeriod"/>
            </a:pPr>
            <a:r>
              <a:rPr lang="de-DE" altLang="de-DE" sz="1500" b="0" u="none" dirty="0">
                <a:solidFill>
                  <a:srgbClr val="000000"/>
                </a:solidFill>
              </a:rPr>
              <a:t>Nummerierung 20 Pt.</a:t>
            </a:r>
          </a:p>
          <a:p>
            <a:pPr marL="342900" marR="0" indent="-342900" algn="l" defTabSz="685800" rtl="0" eaLnBrk="1" fontAlgn="base" latinLnBrk="0" hangingPunct="1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de-DE" altLang="de-DE" sz="1500" b="0" u="none" dirty="0">
                <a:solidFill>
                  <a:srgbClr val="000000"/>
                </a:solidFill>
              </a:rPr>
              <a:t>(Text)</a:t>
            </a:r>
          </a:p>
          <a:p>
            <a:pPr marL="342900" marR="0" indent="-342900" algn="l" defTabSz="685800" rtl="0" eaLnBrk="1" fontAlgn="base" latinLnBrk="0" hangingPunct="1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de-DE" altLang="de-DE" sz="1500" b="0" u="none" dirty="0">
                <a:solidFill>
                  <a:srgbClr val="000000"/>
                </a:solidFill>
              </a:rPr>
              <a:t>(Text)</a:t>
            </a:r>
          </a:p>
        </p:txBody>
      </p:sp>
    </p:spTree>
    <p:extLst>
      <p:ext uri="{BB962C8B-B14F-4D97-AF65-F5344CB8AC3E}">
        <p14:creationId xmlns:p14="http://schemas.microsoft.com/office/powerpoint/2010/main" val="1749698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EAD M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/>
          <p:cNvSpPr/>
          <p:nvPr/>
        </p:nvSpPr>
        <p:spPr bwMode="auto">
          <a:xfrm>
            <a:off x="0" y="0"/>
            <a:ext cx="173183" cy="6858000"/>
          </a:xfrm>
          <a:prstGeom prst="rect">
            <a:avLst/>
          </a:prstGeom>
          <a:solidFill>
            <a:srgbClr val="FF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" name="Titel 1"/>
          <p:cNvSpPr>
            <a:spLocks noGrp="1"/>
          </p:cNvSpPr>
          <p:nvPr>
            <p:ph type="title"/>
          </p:nvPr>
        </p:nvSpPr>
        <p:spPr>
          <a:xfrm>
            <a:off x="251520" y="119240"/>
            <a:ext cx="8641655" cy="5938052"/>
          </a:xfrm>
        </p:spPr>
        <p:txBody>
          <a:bodyPr/>
          <a:lstStyle>
            <a:lvl1pPr algn="ctr">
              <a:defRPr sz="5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altLang="de-DE"/>
              <a:t>Mastertitelformat bearbeiten</a:t>
            </a:r>
            <a:endParaRPr lang="de-DE" altLang="de-DE" dirty="0"/>
          </a:p>
        </p:txBody>
      </p:sp>
    </p:spTree>
    <p:extLst>
      <p:ext uri="{BB962C8B-B14F-4D97-AF65-F5344CB8AC3E}">
        <p14:creationId xmlns:p14="http://schemas.microsoft.com/office/powerpoint/2010/main" val="3847952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/>
          <p:cNvSpPr/>
          <p:nvPr/>
        </p:nvSpPr>
        <p:spPr bwMode="auto">
          <a:xfrm>
            <a:off x="-1015" y="2810"/>
            <a:ext cx="9144000" cy="3429001"/>
          </a:xfrm>
          <a:prstGeom prst="rect">
            <a:avLst/>
          </a:prstGeom>
          <a:gradFill flip="none" rotWithShape="1">
            <a:gsLst>
              <a:gs pos="51000">
                <a:schemeClr val="accent1"/>
              </a:gs>
              <a:gs pos="0">
                <a:srgbClr val="21409A"/>
              </a:gs>
              <a:gs pos="100000">
                <a:schemeClr val="accent2"/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pSp>
        <p:nvGrpSpPr>
          <p:cNvPr id="2" name="Gruppieren 1"/>
          <p:cNvGrpSpPr/>
          <p:nvPr/>
        </p:nvGrpSpPr>
        <p:grpSpPr>
          <a:xfrm>
            <a:off x="-1015" y="-13975"/>
            <a:ext cx="9144001" cy="3420000"/>
            <a:chOff x="0" y="8620"/>
            <a:chExt cx="9144001" cy="3420000"/>
          </a:xfrm>
        </p:grpSpPr>
        <p:pic>
          <p:nvPicPr>
            <p:cNvPr id="19" name="Grafik 18"/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35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463" t="30343" r="14809" b="25684"/>
            <a:stretch/>
          </p:blipFill>
          <p:spPr>
            <a:xfrm>
              <a:off x="0" y="8620"/>
              <a:ext cx="9144001" cy="3420000"/>
            </a:xfrm>
            <a:prstGeom prst="rect">
              <a:avLst/>
            </a:prstGeom>
            <a:noFill/>
          </p:spPr>
        </p:pic>
        <p:pic>
          <p:nvPicPr>
            <p:cNvPr id="20" name="Grafik 19"/>
            <p:cNvPicPr>
              <a:picLocks noChangeAspect="1"/>
            </p:cNvPicPr>
            <p:nvPr userDrawn="1"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7666"/>
            <a:stretch/>
          </p:blipFill>
          <p:spPr>
            <a:xfrm>
              <a:off x="2015716" y="653901"/>
              <a:ext cx="5040560" cy="1476000"/>
            </a:xfrm>
            <a:prstGeom prst="rect">
              <a:avLst/>
            </a:prstGeom>
          </p:spPr>
        </p:pic>
        <p:sp>
          <p:nvSpPr>
            <p:cNvPr id="21" name="Titel 2"/>
            <p:cNvSpPr txBox="1">
              <a:spLocks/>
            </p:cNvSpPr>
            <p:nvPr userDrawn="1"/>
          </p:nvSpPr>
          <p:spPr bwMode="auto">
            <a:xfrm>
              <a:off x="2010000" y="2309921"/>
              <a:ext cx="5148064" cy="3636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rmAutofit fontScale="97500"/>
            </a:bodyPr>
            <a:lstStyle>
              <a:lvl1pPr algn="l" rtl="0" eaLnBrk="1" fontAlgn="base" hangingPunct="1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eaLnBrk="1" fontAlgn="base" hangingPunct="1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33338B"/>
                  </a:solidFill>
                  <a:latin typeface="Arial" charset="0"/>
                </a:defRPr>
              </a:lvl2pPr>
              <a:lvl3pPr algn="l" rtl="0" eaLnBrk="1" fontAlgn="base" hangingPunct="1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33338B"/>
                  </a:solidFill>
                  <a:latin typeface="Arial" charset="0"/>
                </a:defRPr>
              </a:lvl3pPr>
              <a:lvl4pPr algn="l" rtl="0" eaLnBrk="1" fontAlgn="base" hangingPunct="1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33338B"/>
                  </a:solidFill>
                  <a:latin typeface="Arial" charset="0"/>
                </a:defRPr>
              </a:lvl4pPr>
              <a:lvl5pPr algn="l" rtl="0" eaLnBrk="1" fontAlgn="base" hangingPunct="1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33338B"/>
                  </a:solidFill>
                  <a:latin typeface="Arial" charset="0"/>
                </a:defRPr>
              </a:lvl5pPr>
              <a:lvl6pPr marL="457200" algn="l" rtl="0" eaLnBrk="1" fontAlgn="base" hangingPunct="1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33338B"/>
                  </a:solidFill>
                  <a:latin typeface="Arial" charset="0"/>
                </a:defRPr>
              </a:lvl6pPr>
              <a:lvl7pPr marL="914400" algn="l" rtl="0" eaLnBrk="1" fontAlgn="base" hangingPunct="1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33338B"/>
                  </a:solidFill>
                  <a:latin typeface="Arial" charset="0"/>
                </a:defRPr>
              </a:lvl7pPr>
              <a:lvl8pPr marL="1371600" algn="l" rtl="0" eaLnBrk="1" fontAlgn="base" hangingPunct="1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33338B"/>
                  </a:solidFill>
                  <a:latin typeface="Arial" charset="0"/>
                </a:defRPr>
              </a:lvl8pPr>
              <a:lvl9pPr marL="1828800" algn="l" rtl="0" eaLnBrk="1" fontAlgn="base" hangingPunct="1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33338B"/>
                  </a:solidFill>
                  <a:latin typeface="Arial" charset="0"/>
                </a:defRPr>
              </a:lvl9pPr>
            </a:lstStyle>
            <a:p>
              <a:pPr algn="l"/>
              <a:r>
                <a:rPr lang="de-DE" sz="1125" kern="0" dirty="0">
                  <a:solidFill>
                    <a:srgbClr val="FFFFFF"/>
                  </a:solidFill>
                  <a:latin typeface="+mn-lt"/>
                </a:rPr>
                <a:t>INSTITUT FÜR LEISTUNGSELEKTRONISCHE SYSTEME</a:t>
              </a:r>
            </a:p>
          </p:txBody>
        </p:sp>
      </p:grpSp>
      <p:pic>
        <p:nvPicPr>
          <p:cNvPr id="22" name="Grafik 21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432" r="39176"/>
          <a:stretch/>
        </p:blipFill>
        <p:spPr>
          <a:xfrm>
            <a:off x="215780" y="4060308"/>
            <a:ext cx="2423549" cy="692832"/>
          </a:xfrm>
          <a:prstGeom prst="rect">
            <a:avLst/>
          </a:prstGeom>
        </p:spPr>
      </p:pic>
      <p:pic>
        <p:nvPicPr>
          <p:cNvPr id="23" name="Grafik 22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961" r="-896"/>
          <a:stretch/>
        </p:blipFill>
        <p:spPr>
          <a:xfrm>
            <a:off x="683745" y="4819463"/>
            <a:ext cx="1615700" cy="769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51037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500" userDrawn="1">
          <p15:clr>
            <a:srgbClr val="FBAE40"/>
          </p15:clr>
        </p15:guide>
        <p15:guide id="2" orient="horz" pos="3521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hteck 17"/>
          <p:cNvSpPr/>
          <p:nvPr/>
        </p:nvSpPr>
        <p:spPr bwMode="auto">
          <a:xfrm>
            <a:off x="-1015" y="2809"/>
            <a:ext cx="9144000" cy="906777"/>
          </a:xfrm>
          <a:prstGeom prst="rect">
            <a:avLst/>
          </a:prstGeom>
          <a:gradFill flip="none" rotWithShape="1">
            <a:gsLst>
              <a:gs pos="51000">
                <a:srgbClr val="1763B5"/>
              </a:gs>
              <a:gs pos="0">
                <a:schemeClr val="accent1"/>
              </a:gs>
              <a:gs pos="100000">
                <a:schemeClr val="accent2"/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14" name="Grafik 13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35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8463" t="30343" r="14809" b="25684"/>
          <a:stretch/>
        </p:blipFill>
        <p:spPr>
          <a:xfrm>
            <a:off x="4573510" y="-548878"/>
            <a:ext cx="4570998" cy="1709626"/>
          </a:xfrm>
          <a:prstGeom prst="rect">
            <a:avLst/>
          </a:prstGeom>
          <a:noFill/>
        </p:spPr>
      </p:pic>
      <p:sp>
        <p:nvSpPr>
          <p:cNvPr id="6" name="Titel 1"/>
          <p:cNvSpPr>
            <a:spLocks noGrp="1"/>
          </p:cNvSpPr>
          <p:nvPr>
            <p:ph type="title"/>
          </p:nvPr>
        </p:nvSpPr>
        <p:spPr>
          <a:xfrm>
            <a:off x="251520" y="119240"/>
            <a:ext cx="6984000" cy="720000"/>
          </a:xfrm>
        </p:spPr>
        <p:txBody>
          <a:bodyPr/>
          <a:lstStyle>
            <a:lvl1pPr algn="l">
              <a:defRPr sz="15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altLang="de-DE"/>
              <a:t>Mastertitelformat bearbeiten</a:t>
            </a:r>
            <a:endParaRPr lang="de-DE" altLang="de-DE" dirty="0"/>
          </a:p>
        </p:txBody>
      </p:sp>
      <p:sp>
        <p:nvSpPr>
          <p:cNvPr id="5" name="Inhaltsplatzhalter 2"/>
          <p:cNvSpPr>
            <a:spLocks noGrp="1"/>
          </p:cNvSpPr>
          <p:nvPr>
            <p:ph idx="1" hasCustomPrompt="1"/>
          </p:nvPr>
        </p:nvSpPr>
        <p:spPr>
          <a:xfrm>
            <a:off x="156336" y="1160748"/>
            <a:ext cx="8448112" cy="4608016"/>
          </a:xfrm>
          <a:prstGeom prst="rect">
            <a:avLst/>
          </a:prstGeom>
        </p:spPr>
        <p:txBody>
          <a:bodyPr/>
          <a:lstStyle>
            <a:lvl1pPr>
              <a:defRPr sz="1500"/>
            </a:lvl1pPr>
            <a:lvl2pPr marL="471488" indent="-200025">
              <a:buClr>
                <a:srgbClr val="0046A0"/>
              </a:buClr>
              <a:buFont typeface="Wingdings" panose="05000000000000000000" pitchFamily="2" charset="2"/>
              <a:buChar char="§"/>
              <a:defRPr sz="1200"/>
            </a:lvl2pPr>
            <a:lvl3pPr marL="471488" indent="-200025">
              <a:buClr>
                <a:srgbClr val="0046A0"/>
              </a:buClr>
              <a:buFont typeface="Wingdings" panose="05000000000000000000" pitchFamily="2" charset="2"/>
              <a:buChar char="§"/>
              <a:defRPr sz="1200"/>
            </a:lvl3pPr>
            <a:lvl4pPr marL="671513" indent="0">
              <a:buClr>
                <a:srgbClr val="0046A0"/>
              </a:buClr>
              <a:buFont typeface="Wingdings" panose="05000000000000000000" pitchFamily="2" charset="2"/>
              <a:buNone/>
              <a:defRPr sz="1200" baseline="0"/>
            </a:lvl4pPr>
            <a:lvl5pPr marL="671513" indent="-200025">
              <a:buClr>
                <a:srgbClr val="0046A0"/>
              </a:buClr>
              <a:buFont typeface="Wingdings" panose="05000000000000000000" pitchFamily="2" charset="2"/>
              <a:buChar char="§"/>
              <a:defRPr sz="1200"/>
            </a:lvl5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4"/>
            <a:r>
              <a:rPr lang="de-DE" dirty="0"/>
              <a:t>Dritte Ebene</a:t>
            </a:r>
          </a:p>
        </p:txBody>
      </p:sp>
    </p:spTree>
    <p:extLst>
      <p:ext uri="{BB962C8B-B14F-4D97-AF65-F5344CB8AC3E}">
        <p14:creationId xmlns:p14="http://schemas.microsoft.com/office/powerpoint/2010/main" val="39012460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4" pos="2126" userDrawn="1">
          <p15:clr>
            <a:srgbClr val="FBAE40"/>
          </p15:clr>
        </p15:guide>
        <p15:guide id="5" pos="2194" userDrawn="1">
          <p15:clr>
            <a:srgbClr val="FBAE40"/>
          </p15:clr>
        </p15:guide>
        <p15:guide id="6" orient="horz" pos="3793" userDrawn="1">
          <p15:clr>
            <a:srgbClr val="FBAE40"/>
          </p15:clr>
        </p15:guide>
        <p15:guide id="7" orient="horz" pos="799" userDrawn="1">
          <p15:clr>
            <a:srgbClr val="FBAE40"/>
          </p15:clr>
        </p15:guide>
        <p15:guide id="8" pos="1595" userDrawn="1">
          <p15:clr>
            <a:srgbClr val="FBAE40"/>
          </p15:clr>
        </p15:guide>
        <p15:guide id="9" pos="1646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hteck 17"/>
          <p:cNvSpPr/>
          <p:nvPr/>
        </p:nvSpPr>
        <p:spPr bwMode="auto">
          <a:xfrm>
            <a:off x="-1015" y="2809"/>
            <a:ext cx="9144000" cy="906777"/>
          </a:xfrm>
          <a:prstGeom prst="rect">
            <a:avLst/>
          </a:prstGeom>
          <a:gradFill flip="none" rotWithShape="1">
            <a:gsLst>
              <a:gs pos="51000">
                <a:srgbClr val="1763B5"/>
              </a:gs>
              <a:gs pos="0">
                <a:schemeClr val="accent1"/>
              </a:gs>
              <a:gs pos="100000">
                <a:schemeClr val="accent2"/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14" name="Grafik 13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35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8463" t="30343" r="14809" b="25684"/>
          <a:stretch/>
        </p:blipFill>
        <p:spPr>
          <a:xfrm>
            <a:off x="4573510" y="-548878"/>
            <a:ext cx="4570998" cy="1709626"/>
          </a:xfrm>
          <a:prstGeom prst="rect">
            <a:avLst/>
          </a:prstGeom>
          <a:noFill/>
        </p:spPr>
      </p:pic>
      <p:sp>
        <p:nvSpPr>
          <p:cNvPr id="6" name="Titel 1"/>
          <p:cNvSpPr>
            <a:spLocks noGrp="1"/>
          </p:cNvSpPr>
          <p:nvPr>
            <p:ph type="title"/>
          </p:nvPr>
        </p:nvSpPr>
        <p:spPr>
          <a:xfrm>
            <a:off x="251520" y="119240"/>
            <a:ext cx="6984000" cy="720000"/>
          </a:xfrm>
        </p:spPr>
        <p:txBody>
          <a:bodyPr/>
          <a:lstStyle>
            <a:lvl1pPr algn="l">
              <a:defRPr sz="15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altLang="de-DE"/>
              <a:t>Mastertitelformat bearbeiten</a:t>
            </a:r>
            <a:endParaRPr lang="de-DE" altLang="de-DE" dirty="0"/>
          </a:p>
        </p:txBody>
      </p:sp>
      <p:sp>
        <p:nvSpPr>
          <p:cNvPr id="5" name="Inhaltsplatzhalter 2"/>
          <p:cNvSpPr>
            <a:spLocks noGrp="1"/>
          </p:cNvSpPr>
          <p:nvPr>
            <p:ph idx="1" hasCustomPrompt="1"/>
          </p:nvPr>
        </p:nvSpPr>
        <p:spPr>
          <a:xfrm>
            <a:off x="432515" y="1160748"/>
            <a:ext cx="3960000" cy="4608016"/>
          </a:xfrm>
          <a:prstGeom prst="rect">
            <a:avLst/>
          </a:prstGeom>
        </p:spPr>
        <p:txBody>
          <a:bodyPr/>
          <a:lstStyle>
            <a:lvl1pPr>
              <a:defRPr sz="1500"/>
            </a:lvl1pPr>
            <a:lvl2pPr marL="471488" indent="-200025">
              <a:buClr>
                <a:srgbClr val="0046A0"/>
              </a:buClr>
              <a:buFont typeface="Wingdings" panose="05000000000000000000" pitchFamily="2" charset="2"/>
              <a:buChar char="§"/>
              <a:defRPr sz="1200"/>
            </a:lvl2pPr>
            <a:lvl3pPr marL="471488" indent="-200025">
              <a:buClr>
                <a:srgbClr val="0046A0"/>
              </a:buClr>
              <a:buFont typeface="Wingdings" panose="05000000000000000000" pitchFamily="2" charset="2"/>
              <a:buChar char="§"/>
              <a:defRPr sz="1200"/>
            </a:lvl3pPr>
            <a:lvl4pPr marL="671513" indent="0">
              <a:buClr>
                <a:srgbClr val="0046A0"/>
              </a:buClr>
              <a:buFont typeface="Wingdings" panose="05000000000000000000" pitchFamily="2" charset="2"/>
              <a:buNone/>
              <a:defRPr sz="1200" baseline="0"/>
            </a:lvl4pPr>
            <a:lvl5pPr marL="671513" indent="-200025">
              <a:buClr>
                <a:srgbClr val="0046A0"/>
              </a:buClr>
              <a:buFont typeface="Wingdings" panose="05000000000000000000" pitchFamily="2" charset="2"/>
              <a:buChar char="§"/>
              <a:defRPr sz="1200"/>
            </a:lvl5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4"/>
            <a:r>
              <a:rPr lang="de-DE" dirty="0"/>
              <a:t>Dritte Ebene</a:t>
            </a:r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2F4FC349-2693-4178-9A58-F516B858667A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751485" y="1160748"/>
            <a:ext cx="3960000" cy="4608016"/>
          </a:xfrm>
          <a:prstGeom prst="rect">
            <a:avLst/>
          </a:prstGeom>
        </p:spPr>
        <p:txBody>
          <a:bodyPr/>
          <a:lstStyle>
            <a:lvl1pPr>
              <a:defRPr sz="1500"/>
            </a:lvl1pPr>
            <a:lvl2pPr marL="471488" indent="-200025">
              <a:buClr>
                <a:srgbClr val="0046A0"/>
              </a:buClr>
              <a:buFont typeface="Wingdings" panose="05000000000000000000" pitchFamily="2" charset="2"/>
              <a:buChar char="§"/>
              <a:defRPr sz="1200"/>
            </a:lvl2pPr>
            <a:lvl3pPr marL="471488" indent="-200025">
              <a:buClr>
                <a:srgbClr val="0046A0"/>
              </a:buClr>
              <a:buFont typeface="Wingdings" panose="05000000000000000000" pitchFamily="2" charset="2"/>
              <a:buChar char="§"/>
              <a:defRPr sz="1200"/>
            </a:lvl3pPr>
            <a:lvl4pPr marL="671513" indent="0">
              <a:buClr>
                <a:srgbClr val="0046A0"/>
              </a:buClr>
              <a:buFont typeface="Wingdings" panose="05000000000000000000" pitchFamily="2" charset="2"/>
              <a:buNone/>
              <a:defRPr sz="1200" baseline="0"/>
            </a:lvl4pPr>
            <a:lvl5pPr marL="671513" indent="-200025">
              <a:buClr>
                <a:srgbClr val="0046A0"/>
              </a:buClr>
              <a:buFont typeface="Wingdings" panose="05000000000000000000" pitchFamily="2" charset="2"/>
              <a:buChar char="§"/>
              <a:defRPr sz="1200"/>
            </a:lvl5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4"/>
            <a:r>
              <a:rPr lang="de-DE" dirty="0"/>
              <a:t>Dritte Ebene</a:t>
            </a:r>
          </a:p>
        </p:txBody>
      </p:sp>
    </p:spTree>
    <p:extLst>
      <p:ext uri="{BB962C8B-B14F-4D97-AF65-F5344CB8AC3E}">
        <p14:creationId xmlns:p14="http://schemas.microsoft.com/office/powerpoint/2010/main" val="533014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4" pos="2126" userDrawn="1">
          <p15:clr>
            <a:srgbClr val="FBAE40"/>
          </p15:clr>
        </p15:guide>
        <p15:guide id="5" pos="2194" userDrawn="1">
          <p15:clr>
            <a:srgbClr val="FBAE40"/>
          </p15:clr>
        </p15:guide>
        <p15:guide id="6" orient="horz" pos="3793" userDrawn="1">
          <p15:clr>
            <a:srgbClr val="FBAE40"/>
          </p15:clr>
        </p15:guide>
        <p15:guide id="7" orient="horz" pos="799" userDrawn="1">
          <p15:clr>
            <a:srgbClr val="FBAE40"/>
          </p15:clr>
        </p15:guide>
        <p15:guide id="8" pos="1595" userDrawn="1">
          <p15:clr>
            <a:srgbClr val="FBAE40"/>
          </p15:clr>
        </p15:guide>
        <p15:guide id="9" pos="1646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hteck 17"/>
          <p:cNvSpPr/>
          <p:nvPr/>
        </p:nvSpPr>
        <p:spPr bwMode="auto">
          <a:xfrm>
            <a:off x="-1015" y="2809"/>
            <a:ext cx="9144000" cy="906777"/>
          </a:xfrm>
          <a:prstGeom prst="rect">
            <a:avLst/>
          </a:prstGeom>
          <a:gradFill flip="none" rotWithShape="1">
            <a:gsLst>
              <a:gs pos="51000">
                <a:srgbClr val="1763B5"/>
              </a:gs>
              <a:gs pos="0">
                <a:schemeClr val="accent1"/>
              </a:gs>
              <a:gs pos="100000">
                <a:schemeClr val="accent2"/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14" name="Grafik 13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35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8463" t="30343" r="14809" b="25684"/>
          <a:stretch/>
        </p:blipFill>
        <p:spPr>
          <a:xfrm>
            <a:off x="4570985" y="-606797"/>
            <a:ext cx="4570998" cy="1709626"/>
          </a:xfrm>
          <a:prstGeom prst="rect">
            <a:avLst/>
          </a:prstGeom>
          <a:noFill/>
        </p:spPr>
      </p:pic>
      <p:sp>
        <p:nvSpPr>
          <p:cNvPr id="6" name="Titel 1"/>
          <p:cNvSpPr>
            <a:spLocks noGrp="1"/>
          </p:cNvSpPr>
          <p:nvPr>
            <p:ph type="title"/>
          </p:nvPr>
        </p:nvSpPr>
        <p:spPr>
          <a:xfrm>
            <a:off x="251520" y="119240"/>
            <a:ext cx="6984000" cy="720000"/>
          </a:xfrm>
        </p:spPr>
        <p:txBody>
          <a:bodyPr/>
          <a:lstStyle>
            <a:lvl1pPr algn="l">
              <a:defRPr sz="15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altLang="de-DE"/>
              <a:t>Mastertitelformat bearbeiten</a:t>
            </a:r>
            <a:endParaRPr lang="de-DE" altLang="de-DE" dirty="0"/>
          </a:p>
        </p:txBody>
      </p:sp>
      <p:sp>
        <p:nvSpPr>
          <p:cNvPr id="5" name="Inhaltsplatzhalter 2"/>
          <p:cNvSpPr>
            <a:spLocks noGrp="1"/>
          </p:cNvSpPr>
          <p:nvPr>
            <p:ph idx="1" hasCustomPrompt="1"/>
          </p:nvPr>
        </p:nvSpPr>
        <p:spPr>
          <a:xfrm>
            <a:off x="365820" y="1970284"/>
            <a:ext cx="3960000" cy="3806960"/>
          </a:xfrm>
          <a:prstGeom prst="rect">
            <a:avLst/>
          </a:prstGeom>
        </p:spPr>
        <p:txBody>
          <a:bodyPr/>
          <a:lstStyle>
            <a:lvl1pPr>
              <a:defRPr sz="1500"/>
            </a:lvl1pPr>
            <a:lvl2pPr marL="471488" indent="-200025">
              <a:buClr>
                <a:srgbClr val="0046A0"/>
              </a:buClr>
              <a:buFont typeface="Wingdings" panose="05000000000000000000" pitchFamily="2" charset="2"/>
              <a:buChar char="§"/>
              <a:defRPr sz="1200"/>
            </a:lvl2pPr>
            <a:lvl3pPr marL="471488" indent="-200025">
              <a:buClr>
                <a:srgbClr val="0046A0"/>
              </a:buClr>
              <a:buFont typeface="Wingdings" panose="05000000000000000000" pitchFamily="2" charset="2"/>
              <a:buChar char="§"/>
              <a:defRPr sz="1200"/>
            </a:lvl3pPr>
            <a:lvl4pPr marL="671513" indent="0">
              <a:buClr>
                <a:srgbClr val="0046A0"/>
              </a:buClr>
              <a:buFont typeface="Wingdings" panose="05000000000000000000" pitchFamily="2" charset="2"/>
              <a:buNone/>
              <a:defRPr sz="1200" baseline="0"/>
            </a:lvl4pPr>
            <a:lvl5pPr marL="671513" indent="-200025">
              <a:buClr>
                <a:srgbClr val="0046A0"/>
              </a:buClr>
              <a:buFont typeface="Wingdings" panose="05000000000000000000" pitchFamily="2" charset="2"/>
              <a:buChar char="§"/>
              <a:defRPr sz="1200"/>
            </a:lvl5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4"/>
            <a:r>
              <a:rPr lang="de-DE" dirty="0"/>
              <a:t>Dritte Ebene</a:t>
            </a:r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2F4FC349-2693-4178-9A58-F516B858667A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694237" y="1970284"/>
            <a:ext cx="3960000" cy="3806961"/>
          </a:xfrm>
          <a:prstGeom prst="rect">
            <a:avLst/>
          </a:prstGeom>
        </p:spPr>
        <p:txBody>
          <a:bodyPr/>
          <a:lstStyle>
            <a:lvl1pPr>
              <a:defRPr sz="1500"/>
            </a:lvl1pPr>
            <a:lvl2pPr marL="471488" indent="-200025">
              <a:buClr>
                <a:srgbClr val="0046A0"/>
              </a:buClr>
              <a:buFont typeface="Wingdings" panose="05000000000000000000" pitchFamily="2" charset="2"/>
              <a:buChar char="§"/>
              <a:defRPr sz="1200"/>
            </a:lvl2pPr>
            <a:lvl3pPr marL="471488" indent="-200025">
              <a:buClr>
                <a:srgbClr val="0046A0"/>
              </a:buClr>
              <a:buFont typeface="Wingdings" panose="05000000000000000000" pitchFamily="2" charset="2"/>
              <a:buChar char="§"/>
              <a:defRPr sz="1200"/>
            </a:lvl3pPr>
            <a:lvl4pPr marL="671513" indent="0">
              <a:buClr>
                <a:srgbClr val="0046A0"/>
              </a:buClr>
              <a:buFont typeface="Wingdings" panose="05000000000000000000" pitchFamily="2" charset="2"/>
              <a:buNone/>
              <a:defRPr sz="1200" baseline="0"/>
            </a:lvl4pPr>
            <a:lvl5pPr marL="671513" indent="-200025">
              <a:buClr>
                <a:srgbClr val="0046A0"/>
              </a:buClr>
              <a:buFont typeface="Wingdings" panose="05000000000000000000" pitchFamily="2" charset="2"/>
              <a:buChar char="§"/>
              <a:defRPr sz="1200"/>
            </a:lvl5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4"/>
            <a:r>
              <a:rPr lang="de-DE" dirty="0"/>
              <a:t>Dritte Ebene</a:t>
            </a: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74A6F146-A611-400E-A534-FFB7EF60D8E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5821" y="1333423"/>
            <a:ext cx="3959999" cy="558037"/>
          </a:xfrm>
          <a:prstGeom prst="rect">
            <a:avLst/>
          </a:prstGeom>
        </p:spPr>
        <p:txBody>
          <a:bodyPr/>
          <a:lstStyle>
            <a:lvl1pPr>
              <a:defRPr lang="en-US" sz="1500" b="1" baseline="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Titel 1</a:t>
            </a:r>
            <a:endParaRPr lang="en-US" dirty="0"/>
          </a:p>
        </p:txBody>
      </p:sp>
      <p:sp>
        <p:nvSpPr>
          <p:cNvPr id="20" name="Textplatzhalter 19">
            <a:extLst>
              <a:ext uri="{FF2B5EF4-FFF2-40B4-BE49-F238E27FC236}">
                <a16:creationId xmlns:a16="http://schemas.microsoft.com/office/drawing/2014/main" id="{A8433EBE-E9E3-413D-A41A-CE4CE2FFF72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94238" y="1333423"/>
            <a:ext cx="3959999" cy="558037"/>
          </a:xfrm>
          <a:prstGeom prst="rect">
            <a:avLst/>
          </a:prstGeom>
        </p:spPr>
        <p:txBody>
          <a:bodyPr/>
          <a:lstStyle>
            <a:lvl1pPr>
              <a:defRPr lang="en-US" sz="1500" b="1" baseline="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Titel 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4722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4" pos="2126" userDrawn="1">
          <p15:clr>
            <a:srgbClr val="FBAE40"/>
          </p15:clr>
        </p15:guide>
        <p15:guide id="5" pos="2194" userDrawn="1">
          <p15:clr>
            <a:srgbClr val="FBAE40"/>
          </p15:clr>
        </p15:guide>
        <p15:guide id="6" orient="horz" pos="3793" userDrawn="1">
          <p15:clr>
            <a:srgbClr val="FBAE40"/>
          </p15:clr>
        </p15:guide>
        <p15:guide id="7" orient="horz" pos="799" userDrawn="1">
          <p15:clr>
            <a:srgbClr val="FBAE40"/>
          </p15:clr>
        </p15:guide>
        <p15:guide id="8" pos="1595" userDrawn="1">
          <p15:clr>
            <a:srgbClr val="FBAE40"/>
          </p15:clr>
        </p15:guide>
        <p15:guide id="9" pos="1646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/>
        </p:nvSpPr>
        <p:spPr bwMode="auto">
          <a:xfrm>
            <a:off x="-1015" y="2809"/>
            <a:ext cx="9144000" cy="906777"/>
          </a:xfrm>
          <a:prstGeom prst="rect">
            <a:avLst/>
          </a:prstGeom>
          <a:gradFill flip="none" rotWithShape="1">
            <a:gsLst>
              <a:gs pos="51000">
                <a:srgbClr val="1763B5"/>
              </a:gs>
              <a:gs pos="0">
                <a:schemeClr val="accent1"/>
              </a:gs>
              <a:gs pos="100000">
                <a:schemeClr val="accent2"/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14" name="Grafik 13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35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8463" t="30343" r="14809" b="25684"/>
          <a:stretch/>
        </p:blipFill>
        <p:spPr>
          <a:xfrm>
            <a:off x="4573510" y="-548878"/>
            <a:ext cx="4570998" cy="1709626"/>
          </a:xfrm>
          <a:prstGeom prst="rect">
            <a:avLst/>
          </a:prstGeom>
          <a:noFill/>
        </p:spPr>
      </p:pic>
      <p:sp>
        <p:nvSpPr>
          <p:cNvPr id="6" name="Titel 1"/>
          <p:cNvSpPr>
            <a:spLocks noGrp="1"/>
          </p:cNvSpPr>
          <p:nvPr>
            <p:ph type="title"/>
          </p:nvPr>
        </p:nvSpPr>
        <p:spPr>
          <a:xfrm>
            <a:off x="251520" y="119240"/>
            <a:ext cx="6984000" cy="720000"/>
          </a:xfrm>
        </p:spPr>
        <p:txBody>
          <a:bodyPr/>
          <a:lstStyle>
            <a:lvl1pPr algn="l">
              <a:defRPr sz="15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altLang="de-DE"/>
              <a:t>Mastertitelformat bearbeiten</a:t>
            </a:r>
            <a:endParaRPr lang="de-DE" altLang="de-DE" dirty="0"/>
          </a:p>
        </p:txBody>
      </p:sp>
    </p:spTree>
    <p:extLst>
      <p:ext uri="{BB962C8B-B14F-4D97-AF65-F5344CB8AC3E}">
        <p14:creationId xmlns:p14="http://schemas.microsoft.com/office/powerpoint/2010/main" val="437963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4" pos="2126" userDrawn="1">
          <p15:clr>
            <a:srgbClr val="FBAE40"/>
          </p15:clr>
        </p15:guide>
        <p15:guide id="5" pos="2194" userDrawn="1">
          <p15:clr>
            <a:srgbClr val="FBAE40"/>
          </p15:clr>
        </p15:guide>
        <p15:guide id="6" orient="horz" pos="3793" userDrawn="1">
          <p15:clr>
            <a:srgbClr val="FBAE40"/>
          </p15:clr>
        </p15:guide>
        <p15:guide id="7" orient="horz" pos="799" userDrawn="1">
          <p15:clr>
            <a:srgbClr val="FBAE40"/>
          </p15:clr>
        </p15:guide>
        <p15:guide id="8" pos="1595" userDrawn="1">
          <p15:clr>
            <a:srgbClr val="FBAE40"/>
          </p15:clr>
        </p15:guide>
        <p15:guide id="9" pos="1646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/>
          <p:cNvSpPr/>
          <p:nvPr/>
        </p:nvSpPr>
        <p:spPr bwMode="auto">
          <a:xfrm>
            <a:off x="-1015" y="2809"/>
            <a:ext cx="9144000" cy="906777"/>
          </a:xfrm>
          <a:prstGeom prst="rect">
            <a:avLst/>
          </a:prstGeom>
          <a:gradFill flip="none" rotWithShape="1">
            <a:gsLst>
              <a:gs pos="51000">
                <a:srgbClr val="1763B5"/>
              </a:gs>
              <a:gs pos="0">
                <a:schemeClr val="accent1"/>
              </a:gs>
              <a:gs pos="100000">
                <a:schemeClr val="accent2"/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14" name="Grafik 13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35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8463" t="30343" r="14809" b="25684"/>
          <a:stretch/>
        </p:blipFill>
        <p:spPr>
          <a:xfrm>
            <a:off x="4573510" y="-548878"/>
            <a:ext cx="4570998" cy="1709626"/>
          </a:xfrm>
          <a:prstGeom prst="rect">
            <a:avLst/>
          </a:prstGeom>
          <a:noFill/>
        </p:spPr>
      </p:pic>
      <p:sp>
        <p:nvSpPr>
          <p:cNvPr id="6" name="Titel 1"/>
          <p:cNvSpPr>
            <a:spLocks noGrp="1"/>
          </p:cNvSpPr>
          <p:nvPr>
            <p:ph type="title"/>
          </p:nvPr>
        </p:nvSpPr>
        <p:spPr>
          <a:xfrm>
            <a:off x="251520" y="119240"/>
            <a:ext cx="6984000" cy="720000"/>
          </a:xfrm>
        </p:spPr>
        <p:txBody>
          <a:bodyPr/>
          <a:lstStyle>
            <a:lvl1pPr algn="l">
              <a:defRPr sz="15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altLang="de-DE"/>
              <a:t>Mastertitelformat bearbeiten</a:t>
            </a:r>
            <a:endParaRPr lang="de-DE" altLang="de-DE" dirty="0"/>
          </a:p>
        </p:txBody>
      </p:sp>
      <p:sp>
        <p:nvSpPr>
          <p:cNvPr id="5" name="Rechteck 4"/>
          <p:cNvSpPr/>
          <p:nvPr/>
        </p:nvSpPr>
        <p:spPr bwMode="auto">
          <a:xfrm>
            <a:off x="2806" y="909585"/>
            <a:ext cx="9140179" cy="5292374"/>
          </a:xfrm>
          <a:prstGeom prst="rect">
            <a:avLst/>
          </a:prstGeom>
          <a:solidFill>
            <a:srgbClr val="D1D3D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7721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2" orient="horz" pos="3793" userDrawn="1">
          <p15:clr>
            <a:srgbClr val="FBAE40"/>
          </p15:clr>
        </p15:guide>
        <p15:guide id="3" orient="horz" pos="799" userDrawn="1">
          <p15:clr>
            <a:srgbClr val="FBAE40"/>
          </p15:clr>
        </p15:guide>
        <p15:guide id="4" pos="2126" userDrawn="1">
          <p15:clr>
            <a:srgbClr val="FBAE40"/>
          </p15:clr>
        </p15:guide>
        <p15:guide id="5" pos="2194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usdru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/>
        </p:nvSpPr>
        <p:spPr bwMode="auto">
          <a:xfrm>
            <a:off x="-1015" y="839242"/>
            <a:ext cx="9144000" cy="70345"/>
          </a:xfrm>
          <a:prstGeom prst="rect">
            <a:avLst/>
          </a:prstGeom>
          <a:gradFill flip="none" rotWithShape="1">
            <a:gsLst>
              <a:gs pos="51000">
                <a:srgbClr val="1763B5"/>
              </a:gs>
              <a:gs pos="0">
                <a:schemeClr val="accent1"/>
              </a:gs>
              <a:gs pos="100000">
                <a:schemeClr val="accent2"/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" name="Titel 1"/>
          <p:cNvSpPr>
            <a:spLocks noGrp="1"/>
          </p:cNvSpPr>
          <p:nvPr>
            <p:ph type="title"/>
          </p:nvPr>
        </p:nvSpPr>
        <p:spPr>
          <a:xfrm>
            <a:off x="251520" y="119240"/>
            <a:ext cx="6984000" cy="720000"/>
          </a:xfrm>
        </p:spPr>
        <p:txBody>
          <a:bodyPr/>
          <a:lstStyle>
            <a:lvl1pPr algn="l">
              <a:defRPr sz="1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altLang="de-DE"/>
              <a:t>Mastertitelformat bearbeiten</a:t>
            </a:r>
            <a:endParaRPr lang="de-DE" altLang="de-DE" dirty="0"/>
          </a:p>
        </p:txBody>
      </p:sp>
    </p:spTree>
    <p:extLst>
      <p:ext uri="{BB962C8B-B14F-4D97-AF65-F5344CB8AC3E}">
        <p14:creationId xmlns:p14="http://schemas.microsoft.com/office/powerpoint/2010/main" val="2034915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2" orient="horz" pos="3793" userDrawn="1">
          <p15:clr>
            <a:srgbClr val="FBAE40"/>
          </p15:clr>
        </p15:guide>
        <p15:guide id="3" orient="horz" pos="799" userDrawn="1">
          <p15:clr>
            <a:srgbClr val="FBAE40"/>
          </p15:clr>
        </p15:guide>
        <p15:guide id="4" pos="2126" userDrawn="1">
          <p15:clr>
            <a:srgbClr val="FBAE40"/>
          </p15:clr>
        </p15:guide>
        <p15:guide id="5" pos="2194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lu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pieren 1"/>
          <p:cNvGrpSpPr/>
          <p:nvPr/>
        </p:nvGrpSpPr>
        <p:grpSpPr>
          <a:xfrm>
            <a:off x="-1" y="-27384"/>
            <a:ext cx="9144001" cy="3429001"/>
            <a:chOff x="1608780" y="2054203"/>
            <a:chExt cx="9144001" cy="3429001"/>
          </a:xfrm>
        </p:grpSpPr>
        <p:sp>
          <p:nvSpPr>
            <p:cNvPr id="7" name="Rechteck 6"/>
            <p:cNvSpPr/>
            <p:nvPr userDrawn="1"/>
          </p:nvSpPr>
          <p:spPr bwMode="auto">
            <a:xfrm>
              <a:off x="1608781" y="2054203"/>
              <a:ext cx="9144000" cy="3429001"/>
            </a:xfrm>
            <a:prstGeom prst="rect">
              <a:avLst/>
            </a:prstGeom>
            <a:gradFill flip="none" rotWithShape="1">
              <a:gsLst>
                <a:gs pos="51000">
                  <a:schemeClr val="accent1"/>
                </a:gs>
                <a:gs pos="0">
                  <a:srgbClr val="21409A"/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6858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DE" sz="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pic>
          <p:nvPicPr>
            <p:cNvPr id="10" name="Grafik 9"/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35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463" t="30343" r="14809" b="25684"/>
            <a:stretch/>
          </p:blipFill>
          <p:spPr>
            <a:xfrm>
              <a:off x="1608780" y="2061228"/>
              <a:ext cx="9144001" cy="3420000"/>
            </a:xfrm>
            <a:prstGeom prst="rect">
              <a:avLst/>
            </a:prstGeom>
            <a:noFill/>
          </p:spPr>
        </p:pic>
      </p:grpSp>
      <p:sp>
        <p:nvSpPr>
          <p:cNvPr id="9" name="Titel 1"/>
          <p:cNvSpPr>
            <a:spLocks noGrp="1"/>
          </p:cNvSpPr>
          <p:nvPr>
            <p:ph type="title"/>
          </p:nvPr>
        </p:nvSpPr>
        <p:spPr>
          <a:xfrm>
            <a:off x="199401" y="152438"/>
            <a:ext cx="8784976" cy="3129740"/>
          </a:xfrm>
        </p:spPr>
        <p:txBody>
          <a:bodyPr/>
          <a:lstStyle>
            <a:lvl1pPr algn="ctr">
              <a:defRPr sz="33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altLang="de-DE"/>
              <a:t>Mastertitelformat bearbeiten</a:t>
            </a:r>
            <a:endParaRPr lang="de-DE" altLang="de-DE" dirty="0"/>
          </a:p>
        </p:txBody>
      </p:sp>
      <p:pic>
        <p:nvPicPr>
          <p:cNvPr id="8" name="Grafik 7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432" r="39176"/>
          <a:stretch/>
        </p:blipFill>
        <p:spPr>
          <a:xfrm>
            <a:off x="215780" y="4060308"/>
            <a:ext cx="2423549" cy="692832"/>
          </a:xfrm>
          <a:prstGeom prst="rect">
            <a:avLst/>
          </a:prstGeom>
        </p:spPr>
      </p:pic>
      <p:pic>
        <p:nvPicPr>
          <p:cNvPr id="11" name="Grafik 10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961" r="-896"/>
          <a:stretch/>
        </p:blipFill>
        <p:spPr>
          <a:xfrm>
            <a:off x="683745" y="4819463"/>
            <a:ext cx="1615700" cy="769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763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500" userDrawn="1">
          <p15:clr>
            <a:srgbClr val="FBAE40"/>
          </p15:clr>
        </p15:guide>
        <p15:guide id="2" orient="horz" pos="3521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216" y="1447801"/>
            <a:ext cx="6619244" cy="3329581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216" y="4777380"/>
            <a:ext cx="6619244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F8687-4242-416F-AB9D-2536FC30A4E3}" type="datetimeFigureOut">
              <a:rPr lang="en-US" smtClean="0"/>
              <a:t>5/25/2020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14DA47-0332-490A-A671-68FF04A2619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796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Text Box 8"/>
          <p:cNvSpPr txBox="1">
            <a:spLocks noChangeArrowheads="1"/>
          </p:cNvSpPr>
          <p:nvPr/>
        </p:nvSpPr>
        <p:spPr bwMode="auto">
          <a:xfrm>
            <a:off x="9509127" y="57467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endParaRPr lang="de-DE" sz="1800" dirty="0">
              <a:latin typeface="Arial" panose="020B0604020202020204" pitchFamily="34" charset="0"/>
            </a:endParaRPr>
          </a:p>
        </p:txBody>
      </p:sp>
      <p:sp>
        <p:nvSpPr>
          <p:cNvPr id="1289" name="Text Box 265"/>
          <p:cNvSpPr txBox="1">
            <a:spLocks noChangeArrowheads="1"/>
          </p:cNvSpPr>
          <p:nvPr/>
        </p:nvSpPr>
        <p:spPr bwMode="auto">
          <a:xfrm>
            <a:off x="3276602" y="4800601"/>
            <a:ext cx="184151" cy="300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endParaRPr lang="de-DE" sz="1350"/>
          </a:p>
        </p:txBody>
      </p:sp>
      <p:sp>
        <p:nvSpPr>
          <p:cNvPr id="1031" name="Rectangle 286"/>
          <p:cNvSpPr>
            <a:spLocks noGrp="1" noChangeArrowheads="1"/>
          </p:cNvSpPr>
          <p:nvPr>
            <p:ph type="title"/>
          </p:nvPr>
        </p:nvSpPr>
        <p:spPr bwMode="auto">
          <a:xfrm>
            <a:off x="251520" y="152237"/>
            <a:ext cx="8641655" cy="6201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- FOLIENMASTER -</a:t>
            </a:r>
          </a:p>
        </p:txBody>
      </p:sp>
      <p:sp>
        <p:nvSpPr>
          <p:cNvPr id="1317" name="Line 293"/>
          <p:cNvSpPr>
            <a:spLocks noChangeShapeType="1"/>
          </p:cNvSpPr>
          <p:nvPr/>
        </p:nvSpPr>
        <p:spPr bwMode="auto">
          <a:xfrm>
            <a:off x="3492502" y="765175"/>
            <a:ext cx="4319588" cy="0"/>
          </a:xfrm>
          <a:prstGeom prst="lin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de-DE" sz="1350"/>
          </a:p>
        </p:txBody>
      </p:sp>
      <p:sp>
        <p:nvSpPr>
          <p:cNvPr id="1318" name="Line 294"/>
          <p:cNvSpPr>
            <a:spLocks noChangeShapeType="1"/>
          </p:cNvSpPr>
          <p:nvPr/>
        </p:nvSpPr>
        <p:spPr bwMode="auto">
          <a:xfrm flipH="1">
            <a:off x="3059114" y="836613"/>
            <a:ext cx="4176712" cy="0"/>
          </a:xfrm>
          <a:prstGeom prst="lin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de-DE" sz="1350"/>
          </a:p>
        </p:txBody>
      </p:sp>
      <p:sp>
        <p:nvSpPr>
          <p:cNvPr id="14" name="Rectangle 288"/>
          <p:cNvSpPr txBox="1">
            <a:spLocks noChangeArrowheads="1"/>
          </p:cNvSpPr>
          <p:nvPr/>
        </p:nvSpPr>
        <p:spPr bwMode="auto">
          <a:xfrm>
            <a:off x="8172864" y="6541313"/>
            <a:ext cx="719137" cy="179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8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8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8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8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142DF2DA-0F25-49B9-86C7-8BF714D5E7FA}" type="slidenum">
              <a:rPr lang="de-DE" sz="750" smtClean="0">
                <a:solidFill>
                  <a:schemeClr val="tx1"/>
                </a:solidFill>
              </a:rPr>
              <a:t>‹Nr.›</a:t>
            </a:fld>
            <a:endParaRPr lang="de-DE" sz="750" dirty="0">
              <a:solidFill>
                <a:schemeClr val="tx1"/>
              </a:solidFill>
            </a:endParaRPr>
          </a:p>
        </p:txBody>
      </p:sp>
      <p:sp>
        <p:nvSpPr>
          <p:cNvPr id="12" name="Rectangle 286"/>
          <p:cNvSpPr txBox="1">
            <a:spLocks noChangeArrowheads="1"/>
          </p:cNvSpPr>
          <p:nvPr/>
        </p:nvSpPr>
        <p:spPr bwMode="auto">
          <a:xfrm>
            <a:off x="5256076" y="6489340"/>
            <a:ext cx="2916324" cy="2035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8B"/>
                </a:solidFill>
                <a:latin typeface="Arial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8B"/>
                </a:solidFill>
                <a:latin typeface="Arial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8B"/>
                </a:solidFill>
                <a:latin typeface="Arial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8B"/>
                </a:solidFill>
                <a:latin typeface="Arial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8B"/>
                </a:solidFill>
                <a:latin typeface="Arial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8B"/>
                </a:solidFill>
                <a:latin typeface="Arial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8B"/>
                </a:solidFill>
                <a:latin typeface="Arial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8B"/>
                </a:solidFill>
                <a:latin typeface="Arial" charset="0"/>
              </a:defRPr>
            </a:lvl9pPr>
          </a:lstStyle>
          <a:p>
            <a:pPr algn="r"/>
            <a:r>
              <a:rPr lang="de-DE" sz="750" b="0" kern="0" baseline="0" dirty="0">
                <a:solidFill>
                  <a:srgbClr val="A7A9AC"/>
                </a:solidFill>
                <a:latin typeface="+mn-lt"/>
              </a:rPr>
              <a:t>Thilo Wendt</a:t>
            </a:r>
            <a:endParaRPr lang="de-DE" sz="750" b="0" kern="0" dirty="0">
              <a:solidFill>
                <a:srgbClr val="A7A9AC"/>
              </a:solidFill>
              <a:latin typeface="+mn-lt"/>
            </a:endParaRPr>
          </a:p>
        </p:txBody>
      </p:sp>
      <p:sp>
        <p:nvSpPr>
          <p:cNvPr id="13" name="Rectangle 286"/>
          <p:cNvSpPr txBox="1">
            <a:spLocks noChangeArrowheads="1"/>
          </p:cNvSpPr>
          <p:nvPr/>
        </p:nvSpPr>
        <p:spPr bwMode="auto">
          <a:xfrm>
            <a:off x="4211498" y="6525344"/>
            <a:ext cx="756547" cy="1654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8B"/>
                </a:solidFill>
                <a:latin typeface="Arial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8B"/>
                </a:solidFill>
                <a:latin typeface="Arial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8B"/>
                </a:solidFill>
                <a:latin typeface="Arial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8B"/>
                </a:solidFill>
                <a:latin typeface="Arial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8B"/>
                </a:solidFill>
                <a:latin typeface="Arial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8B"/>
                </a:solidFill>
                <a:latin typeface="Arial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8B"/>
                </a:solidFill>
                <a:latin typeface="Arial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8B"/>
                </a:solidFill>
                <a:latin typeface="Arial" charset="0"/>
              </a:defRPr>
            </a:lvl9pPr>
          </a:lstStyle>
          <a:p>
            <a:pPr algn="ctr"/>
            <a:r>
              <a:rPr lang="de-DE" sz="750" b="0" kern="0" baseline="0" dirty="0">
                <a:solidFill>
                  <a:srgbClr val="A7A9AC"/>
                </a:solidFill>
                <a:latin typeface="+mn-lt"/>
              </a:rPr>
              <a:t>09.04.2020</a:t>
            </a:r>
            <a:endParaRPr lang="de-DE" sz="750" b="0" kern="0" dirty="0">
              <a:solidFill>
                <a:srgbClr val="A7A9AC"/>
              </a:solidFill>
              <a:latin typeface="+mn-lt"/>
            </a:endParaRPr>
          </a:p>
        </p:txBody>
      </p:sp>
      <p:pic>
        <p:nvPicPr>
          <p:cNvPr id="15" name="Picture 2" descr="O:\90_Vorlagen\Logos\OHM_LOGOS\THN_ELSYS_CMYK.jpg"/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057" y="6381061"/>
            <a:ext cx="2124699" cy="3097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392318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</p:sldLayoutIdLst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050" b="1" baseline="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rgbClr val="33338B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rgbClr val="33338B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rgbClr val="33338B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rgbClr val="33338B"/>
          </a:solidFill>
          <a:latin typeface="Arial" charset="0"/>
        </a:defRPr>
      </a:lvl5pPr>
      <a:lvl6pPr marL="342900" algn="l" rtl="0" eaLnBrk="1" fontAlgn="base" hangingPunct="1">
        <a:spcBef>
          <a:spcPct val="0"/>
        </a:spcBef>
        <a:spcAft>
          <a:spcPct val="0"/>
        </a:spcAft>
        <a:defRPr sz="1800" b="1">
          <a:solidFill>
            <a:srgbClr val="33338B"/>
          </a:solidFill>
          <a:latin typeface="Arial" charset="0"/>
        </a:defRPr>
      </a:lvl6pPr>
      <a:lvl7pPr marL="685800" algn="l" rtl="0" eaLnBrk="1" fontAlgn="base" hangingPunct="1">
        <a:spcBef>
          <a:spcPct val="0"/>
        </a:spcBef>
        <a:spcAft>
          <a:spcPct val="0"/>
        </a:spcAft>
        <a:defRPr sz="1800" b="1">
          <a:solidFill>
            <a:srgbClr val="33338B"/>
          </a:solidFill>
          <a:latin typeface="Arial" charset="0"/>
        </a:defRPr>
      </a:lvl7pPr>
      <a:lvl8pPr marL="1028700" algn="l" rtl="0" eaLnBrk="1" fontAlgn="base" hangingPunct="1">
        <a:spcBef>
          <a:spcPct val="0"/>
        </a:spcBef>
        <a:spcAft>
          <a:spcPct val="0"/>
        </a:spcAft>
        <a:defRPr sz="1800" b="1">
          <a:solidFill>
            <a:srgbClr val="33338B"/>
          </a:solidFill>
          <a:latin typeface="Arial" charset="0"/>
        </a:defRPr>
      </a:lvl8pPr>
      <a:lvl9pPr marL="1371600" algn="l" rtl="0" eaLnBrk="1" fontAlgn="base" hangingPunct="1">
        <a:spcBef>
          <a:spcPct val="0"/>
        </a:spcBef>
        <a:spcAft>
          <a:spcPct val="0"/>
        </a:spcAft>
        <a:defRPr sz="1800" b="1">
          <a:solidFill>
            <a:srgbClr val="33338B"/>
          </a:solidFill>
          <a:latin typeface="Arial" charset="0"/>
        </a:defRPr>
      </a:lvl9pPr>
    </p:titleStyle>
    <p:bodyStyle>
      <a:lvl1pPr marL="0" indent="0" algn="l" rtl="0" eaLnBrk="1" fontAlgn="base" hangingPunct="1">
        <a:spcBef>
          <a:spcPct val="50000"/>
        </a:spcBef>
        <a:spcAft>
          <a:spcPct val="0"/>
        </a:spcAft>
        <a:buClr>
          <a:srgbClr val="0933A0"/>
        </a:buClr>
        <a:buFont typeface="Monotype Sorts" pitchFamily="2" charset="2"/>
        <a:defRPr sz="1350">
          <a:solidFill>
            <a:schemeClr val="tx1"/>
          </a:solidFill>
          <a:latin typeface="+mn-lt"/>
          <a:ea typeface="+mn-ea"/>
          <a:cs typeface="+mn-cs"/>
        </a:defRPr>
      </a:lvl1pPr>
      <a:lvl2pPr marL="271463" indent="-271463" algn="l" rtl="0" eaLnBrk="1" fontAlgn="base" hangingPunct="1">
        <a:spcBef>
          <a:spcPct val="50000"/>
        </a:spcBef>
        <a:spcAft>
          <a:spcPct val="0"/>
        </a:spcAft>
        <a:buClr>
          <a:srgbClr val="0046A0"/>
        </a:buClr>
        <a:buFont typeface="Monotype Sorts" pitchFamily="2" charset="2"/>
        <a:buChar char="n"/>
        <a:defRPr sz="1350">
          <a:solidFill>
            <a:schemeClr val="tx1"/>
          </a:solidFill>
          <a:latin typeface="+mn-lt"/>
        </a:defRPr>
      </a:lvl2pPr>
      <a:lvl3pPr marL="534591" indent="-263129" algn="l" rtl="0" eaLnBrk="1" fontAlgn="base" hangingPunct="1">
        <a:spcBef>
          <a:spcPct val="50000"/>
        </a:spcBef>
        <a:spcAft>
          <a:spcPct val="0"/>
        </a:spcAft>
        <a:buClr>
          <a:srgbClr val="0046A0"/>
        </a:buClr>
        <a:buFont typeface="Monotype Sorts" pitchFamily="2" charset="2"/>
        <a:buChar char="n"/>
        <a:defRPr sz="1350">
          <a:solidFill>
            <a:schemeClr val="tx1"/>
          </a:solidFill>
          <a:latin typeface="+mn-lt"/>
        </a:defRPr>
      </a:lvl3pPr>
      <a:lvl4pPr marL="806054" indent="-271463" algn="l" rtl="0" eaLnBrk="1" fontAlgn="base" hangingPunct="1">
        <a:spcBef>
          <a:spcPct val="50000"/>
        </a:spcBef>
        <a:spcAft>
          <a:spcPct val="0"/>
        </a:spcAft>
        <a:buClr>
          <a:srgbClr val="0046A0"/>
        </a:buClr>
        <a:buFont typeface="Monotype Sorts" pitchFamily="2" charset="2"/>
        <a:buChar char="n"/>
        <a:defRPr sz="1350">
          <a:solidFill>
            <a:schemeClr val="tx1"/>
          </a:solidFill>
          <a:latin typeface="+mn-lt"/>
        </a:defRPr>
      </a:lvl4pPr>
      <a:lvl5pPr marL="1077516" indent="-271463" algn="l" rtl="0" eaLnBrk="1" fontAlgn="base" hangingPunct="1">
        <a:spcBef>
          <a:spcPct val="50000"/>
        </a:spcBef>
        <a:spcAft>
          <a:spcPct val="0"/>
        </a:spcAft>
        <a:buClr>
          <a:srgbClr val="0046A0"/>
        </a:buClr>
        <a:buFont typeface="Monotype Sorts" pitchFamily="2" charset="2"/>
        <a:buChar char="n"/>
        <a:defRPr sz="1350">
          <a:solidFill>
            <a:schemeClr val="tx1"/>
          </a:solidFill>
          <a:latin typeface="+mn-lt"/>
        </a:defRPr>
      </a:lvl5pPr>
      <a:lvl6pPr marL="1885950" indent="-171450" algn="l" rtl="0" eaLnBrk="1" fontAlgn="base" hangingPunct="1">
        <a:spcBef>
          <a:spcPct val="50000"/>
        </a:spcBef>
        <a:spcAft>
          <a:spcPct val="0"/>
        </a:spcAft>
        <a:buClr>
          <a:srgbClr val="0933A0"/>
        </a:buClr>
        <a:buFont typeface="Monotype Sorts" pitchFamily="2" charset="2"/>
        <a:buChar char="n"/>
        <a:defRPr sz="900">
          <a:solidFill>
            <a:schemeClr val="tx1"/>
          </a:solidFill>
          <a:latin typeface="+mn-lt"/>
        </a:defRPr>
      </a:lvl6pPr>
      <a:lvl7pPr marL="2228850" indent="-171450" algn="l" rtl="0" eaLnBrk="1" fontAlgn="base" hangingPunct="1">
        <a:spcBef>
          <a:spcPct val="50000"/>
        </a:spcBef>
        <a:spcAft>
          <a:spcPct val="0"/>
        </a:spcAft>
        <a:buClr>
          <a:srgbClr val="0933A0"/>
        </a:buClr>
        <a:buFont typeface="Monotype Sorts" pitchFamily="2" charset="2"/>
        <a:buChar char="n"/>
        <a:defRPr sz="900">
          <a:solidFill>
            <a:schemeClr val="tx1"/>
          </a:solidFill>
          <a:latin typeface="+mn-lt"/>
        </a:defRPr>
      </a:lvl7pPr>
      <a:lvl8pPr marL="2571750" indent="-171450" algn="l" rtl="0" eaLnBrk="1" fontAlgn="base" hangingPunct="1">
        <a:spcBef>
          <a:spcPct val="50000"/>
        </a:spcBef>
        <a:spcAft>
          <a:spcPct val="0"/>
        </a:spcAft>
        <a:buClr>
          <a:srgbClr val="0933A0"/>
        </a:buClr>
        <a:buFont typeface="Monotype Sorts" pitchFamily="2" charset="2"/>
        <a:buChar char="n"/>
        <a:defRPr sz="900">
          <a:solidFill>
            <a:schemeClr val="tx1"/>
          </a:solidFill>
          <a:latin typeface="+mn-lt"/>
        </a:defRPr>
      </a:lvl8pPr>
      <a:lvl9pPr marL="2914650" indent="-171450" algn="l" rtl="0" eaLnBrk="1" fontAlgn="base" hangingPunct="1">
        <a:spcBef>
          <a:spcPct val="50000"/>
        </a:spcBef>
        <a:spcAft>
          <a:spcPct val="0"/>
        </a:spcAft>
        <a:buClr>
          <a:srgbClr val="0933A0"/>
        </a:buClr>
        <a:buFont typeface="Monotype Sorts" pitchFamily="2" charset="2"/>
        <a:buChar char="n"/>
        <a:defRPr sz="9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119" userDrawn="1">
          <p15:clr>
            <a:srgbClr val="F26B43"/>
          </p15:clr>
        </p15:guide>
        <p15:guide id="8" pos="4202" userDrawn="1">
          <p15:clr>
            <a:srgbClr val="F26B43"/>
          </p15:clr>
        </p15:guide>
        <p15:guide id="12" pos="89" userDrawn="1">
          <p15:clr>
            <a:srgbClr val="F26B43"/>
          </p15:clr>
        </p15:guide>
        <p15:guide id="13" orient="horz" pos="4019" userDrawn="1">
          <p15:clr>
            <a:srgbClr val="F26B43"/>
          </p15:clr>
        </p15:guide>
        <p15:guide id="14" pos="3152" userDrawn="1">
          <p15:clr>
            <a:srgbClr val="F26B43"/>
          </p15:clr>
        </p15:guide>
        <p15:guide id="15" orient="horz" pos="419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bitbucket.org/ultrazohm/workspace/projects/PCB" TargetMode="Externa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7.svg"/><Relationship Id="rId7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hyperlink" Target="https://library.ultrazohm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1">
            <a:extLst>
              <a:ext uri="{FF2B5EF4-FFF2-40B4-BE49-F238E27FC236}">
                <a16:creationId xmlns:a16="http://schemas.microsoft.com/office/drawing/2014/main" id="{00C0525F-7448-4988-99FC-9CBF22D0ED3C}"/>
              </a:ext>
            </a:extLst>
          </p:cNvPr>
          <p:cNvSpPr txBox="1">
            <a:spLocks/>
          </p:cNvSpPr>
          <p:nvPr/>
        </p:nvSpPr>
        <p:spPr>
          <a:xfrm>
            <a:off x="3819525" y="3737722"/>
            <a:ext cx="4829175" cy="1627094"/>
          </a:xfrm>
          <a:prstGeom prst="rect">
            <a:avLst/>
          </a:prstGeom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5400" b="1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8B"/>
                </a:solidFill>
                <a:latin typeface="Arial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8B"/>
                </a:solidFill>
                <a:latin typeface="Arial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8B"/>
                </a:solidFill>
                <a:latin typeface="Arial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8B"/>
                </a:solidFill>
                <a:latin typeface="Arial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8B"/>
                </a:solidFill>
                <a:latin typeface="Arial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8B"/>
                </a:solidFill>
                <a:latin typeface="Arial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8B"/>
                </a:solidFill>
                <a:latin typeface="Arial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8B"/>
                </a:solidFill>
                <a:latin typeface="Arial" charset="0"/>
              </a:defRPr>
            </a:lvl9pPr>
          </a:lstStyle>
          <a:p>
            <a:pPr algn="just"/>
            <a:r>
              <a:rPr lang="en-US" sz="3200" kern="0" dirty="0"/>
              <a:t>Altium libraries with database support</a:t>
            </a:r>
          </a:p>
        </p:txBody>
      </p:sp>
    </p:spTree>
    <p:extLst>
      <p:ext uri="{BB962C8B-B14F-4D97-AF65-F5344CB8AC3E}">
        <p14:creationId xmlns:p14="http://schemas.microsoft.com/office/powerpoint/2010/main" val="1972671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D44B072-6C94-4B47-9A60-D05538E95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Current Situation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FCEEAD53-F12D-4FF6-9150-BE75C4656E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Every project has it’s own library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Advantages:</a:t>
            </a:r>
          </a:p>
          <a:p>
            <a:pPr marL="757238" lvl="1" indent="-285750">
              <a:buFont typeface="Arial" panose="020B0604020202020204" pitchFamily="34" charset="0"/>
              <a:buChar char="•"/>
            </a:pPr>
            <a:r>
              <a:rPr lang="en-US" dirty="0"/>
              <a:t>Easy handling for one project</a:t>
            </a:r>
          </a:p>
          <a:p>
            <a:pPr marL="757238" lvl="1" indent="-285750">
              <a:buFont typeface="Arial" panose="020B0604020202020204" pitchFamily="34" charset="0"/>
              <a:buChar char="•"/>
            </a:pPr>
            <a:r>
              <a:rPr lang="en-US" dirty="0"/>
              <a:t>Quick setup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Disadvantages:</a:t>
            </a:r>
          </a:p>
          <a:p>
            <a:pPr marL="757238" lvl="1" indent="-285750">
              <a:buFont typeface="Arial" panose="020B0604020202020204" pitchFamily="34" charset="0"/>
              <a:buChar char="•"/>
            </a:pPr>
            <a:r>
              <a:rPr lang="en-US" dirty="0"/>
              <a:t>By copying pasting and extending from project to project doubled and inconsistent data exist</a:t>
            </a:r>
          </a:p>
          <a:p>
            <a:pPr marL="757238" lvl="1" indent="-285750">
              <a:buFont typeface="Arial" panose="020B0604020202020204" pitchFamily="34" charset="0"/>
              <a:buChar char="•"/>
            </a:pPr>
            <a:r>
              <a:rPr lang="en-US" dirty="0"/>
              <a:t>The library is not project independent</a:t>
            </a:r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97778DE0-B8CD-414A-8C1D-3FD858074A14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486275" y="1970284"/>
            <a:ext cx="4167962" cy="4535291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Thilo Wendt started to summarize parts from different projects in a central library available under </a:t>
            </a:r>
            <a:r>
              <a:rPr lang="en-US" dirty="0">
                <a:hlinkClick r:id="rId2"/>
              </a:rPr>
              <a:t>https://bitbucket.org/ultrazohm/workspace/projects/PCB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Advantages:</a:t>
            </a:r>
          </a:p>
          <a:p>
            <a:pPr marL="757238" lvl="1" indent="-285750">
              <a:buFont typeface="Arial" panose="020B0604020202020204" pitchFamily="34" charset="0"/>
              <a:buChar char="•"/>
            </a:pPr>
            <a:r>
              <a:rPr lang="en-US" dirty="0"/>
              <a:t>Libraries can be used in multiple projects</a:t>
            </a:r>
          </a:p>
          <a:p>
            <a:pPr marL="757238" lvl="1" indent="-285750">
              <a:buFont typeface="Arial" panose="020B0604020202020204" pitchFamily="34" charset="0"/>
              <a:buChar char="•"/>
            </a:pPr>
            <a:r>
              <a:rPr lang="en-US" dirty="0"/>
              <a:t>Libraries are project independent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Disadvantages:</a:t>
            </a:r>
          </a:p>
          <a:p>
            <a:pPr marL="757238" lvl="1" indent="-285750">
              <a:buFont typeface="Arial" panose="020B0604020202020204" pitchFamily="34" charset="0"/>
              <a:buChar char="•"/>
            </a:pPr>
            <a:r>
              <a:rPr lang="en-US" dirty="0"/>
              <a:t>The component creation and editing is time consuming and not comfortable</a:t>
            </a:r>
          </a:p>
          <a:p>
            <a:pPr marL="757238" lvl="1" indent="-285750">
              <a:buFont typeface="Arial" panose="020B0604020202020204" pitchFamily="34" charset="0"/>
              <a:buChar char="•"/>
            </a:pPr>
            <a:r>
              <a:rPr lang="en-US" dirty="0"/>
              <a:t>The libraries are binary files. Can they be merged by git in case of co editing of the lib?</a:t>
            </a:r>
          </a:p>
          <a:p>
            <a:pPr marL="757238" lvl="1" indent="-285750">
              <a:buFont typeface="Arial" panose="020B0604020202020204" pitchFamily="34" charset="0"/>
              <a:buChar char="•"/>
            </a:pPr>
            <a:r>
              <a:rPr lang="en-US" dirty="0"/>
              <a:t>It takes time from component creation to component usage (feature branch -&gt; adding -&gt; push -&gt; pull request -&gt; merge)</a:t>
            </a:r>
          </a:p>
          <a:p>
            <a:pPr marL="757238" lvl="1" indent="-285750">
              <a:buFont typeface="Arial" panose="020B0604020202020204" pitchFamily="34" charset="0"/>
              <a:buChar char="•"/>
            </a:pPr>
            <a:r>
              <a:rPr lang="en-US" dirty="0"/>
              <a:t>The workflow needs to be repeated every time a component is edited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F5E1C926-78A4-4CE4-8FC0-674A51AE27E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One project one lib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6586B0C6-57A0-49F8-8ACD-73D404D16D2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Central git repository with integrated libraries</a:t>
            </a:r>
          </a:p>
        </p:txBody>
      </p:sp>
    </p:spTree>
    <p:extLst>
      <p:ext uri="{BB962C8B-B14F-4D97-AF65-F5344CB8AC3E}">
        <p14:creationId xmlns:p14="http://schemas.microsoft.com/office/powerpoint/2010/main" val="36764248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  <p:bldP spid="9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54BD67A-9D9D-4451-8D4B-76A840F7AC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Propose</a:t>
            </a:r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79E30AC4-8CE7-48FB-8E59-96C2447CF9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6336" y="1160747"/>
            <a:ext cx="4415664" cy="3020723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Creation of database supported libraries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Advantages:</a:t>
            </a:r>
          </a:p>
          <a:p>
            <a:pPr marL="757238" lvl="1" indent="-285750">
              <a:buFont typeface="Arial" panose="020B0604020202020204" pitchFamily="34" charset="0"/>
              <a:buChar char="•"/>
            </a:pPr>
            <a:r>
              <a:rPr lang="en-US" dirty="0"/>
              <a:t>Bulk editing of components is possible by using SQL scripts</a:t>
            </a:r>
          </a:p>
          <a:p>
            <a:pPr marL="757238" lvl="1" indent="-285750">
              <a:buFont typeface="Arial" panose="020B0604020202020204" pitchFamily="34" charset="0"/>
              <a:buChar char="•"/>
            </a:pPr>
            <a:r>
              <a:rPr lang="en-US" dirty="0"/>
              <a:t>Database tools can be used</a:t>
            </a:r>
          </a:p>
          <a:p>
            <a:pPr marL="757238" lvl="1" indent="-285750">
              <a:buFont typeface="Arial" panose="020B0604020202020204" pitchFamily="34" charset="0"/>
              <a:buChar char="•"/>
            </a:pPr>
            <a:r>
              <a:rPr lang="en-US" dirty="0"/>
              <a:t>Project and location independent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Disadvantages:</a:t>
            </a:r>
          </a:p>
          <a:p>
            <a:pPr marL="757238" lvl="1" indent="-285750">
              <a:buFont typeface="Arial" panose="020B0604020202020204" pitchFamily="34" charset="0"/>
              <a:buChar char="•"/>
            </a:pPr>
            <a:r>
              <a:rPr lang="en-US" dirty="0"/>
              <a:t>If offline work is required the DB library must first be exported to an integrated library</a:t>
            </a:r>
          </a:p>
          <a:p>
            <a:pPr marL="757238" lvl="1" indent="-285750">
              <a:buFont typeface="Arial" panose="020B0604020202020204" pitchFamily="34" charset="0"/>
              <a:buChar char="•"/>
            </a:pPr>
            <a:r>
              <a:rPr lang="en-US" dirty="0"/>
              <a:t>Currently there are connection issues for Windows WebDAV</a:t>
            </a:r>
          </a:p>
          <a:p>
            <a:pPr marL="757238" lvl="1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9" name="Grafik 8" descr="Server">
            <a:extLst>
              <a:ext uri="{FF2B5EF4-FFF2-40B4-BE49-F238E27FC236}">
                <a16:creationId xmlns:a16="http://schemas.microsoft.com/office/drawing/2014/main" id="{B47E986A-CDA2-4017-BD34-FBA192C480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79731" y="3913044"/>
            <a:ext cx="1876425" cy="1876425"/>
          </a:xfrm>
          <a:prstGeom prst="rect">
            <a:avLst/>
          </a:prstGeom>
        </p:spPr>
      </p:pic>
      <p:sp>
        <p:nvSpPr>
          <p:cNvPr id="10" name="Inhaltsplatzhalter 6">
            <a:extLst>
              <a:ext uri="{FF2B5EF4-FFF2-40B4-BE49-F238E27FC236}">
                <a16:creationId xmlns:a16="http://schemas.microsoft.com/office/drawing/2014/main" id="{29A4BF11-D035-47D0-A918-1AAD0185621F}"/>
              </a:ext>
            </a:extLst>
          </p:cNvPr>
          <p:cNvSpPr txBox="1">
            <a:spLocks/>
          </p:cNvSpPr>
          <p:nvPr/>
        </p:nvSpPr>
        <p:spPr>
          <a:xfrm>
            <a:off x="4848225" y="2276476"/>
            <a:ext cx="4139439" cy="1344196"/>
          </a:xfrm>
          <a:prstGeom prst="rect">
            <a:avLst/>
          </a:prstGeom>
        </p:spPr>
        <p:txBody>
          <a:bodyPr/>
          <a:lstStyle>
            <a:lvl1pPr marL="0" indent="0" algn="l" rtl="0" eaLnBrk="1" fontAlgn="base" hangingPunct="1">
              <a:spcBef>
                <a:spcPct val="50000"/>
              </a:spcBef>
              <a:spcAft>
                <a:spcPct val="0"/>
              </a:spcAft>
              <a:buClr>
                <a:srgbClr val="0933A0"/>
              </a:buClr>
              <a:buFont typeface="Monotype Sorts" pitchFamily="2" charset="2"/>
              <a:defRPr sz="15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71488" indent="-200025" algn="l" rtl="0" eaLnBrk="1" fontAlgn="base" hangingPunct="1">
              <a:spcBef>
                <a:spcPct val="50000"/>
              </a:spcBef>
              <a:spcAft>
                <a:spcPct val="0"/>
              </a:spcAft>
              <a:buClr>
                <a:srgbClr val="0046A0"/>
              </a:buClr>
              <a:buFont typeface="Wingdings" panose="05000000000000000000" pitchFamily="2" charset="2"/>
              <a:buChar char="§"/>
              <a:defRPr sz="1200">
                <a:solidFill>
                  <a:schemeClr val="tx1"/>
                </a:solidFill>
                <a:latin typeface="+mn-lt"/>
              </a:defRPr>
            </a:lvl2pPr>
            <a:lvl3pPr marL="471488" indent="-200025" algn="l" rtl="0" eaLnBrk="1" fontAlgn="base" hangingPunct="1">
              <a:spcBef>
                <a:spcPct val="50000"/>
              </a:spcBef>
              <a:spcAft>
                <a:spcPct val="0"/>
              </a:spcAft>
              <a:buClr>
                <a:srgbClr val="0046A0"/>
              </a:buClr>
              <a:buFont typeface="Wingdings" panose="05000000000000000000" pitchFamily="2" charset="2"/>
              <a:buChar char="§"/>
              <a:defRPr sz="1200">
                <a:solidFill>
                  <a:schemeClr val="tx1"/>
                </a:solidFill>
                <a:latin typeface="+mn-lt"/>
              </a:defRPr>
            </a:lvl3pPr>
            <a:lvl4pPr marL="671513" indent="0" algn="l" rtl="0" eaLnBrk="1" fontAlgn="base" hangingPunct="1">
              <a:spcBef>
                <a:spcPct val="50000"/>
              </a:spcBef>
              <a:spcAft>
                <a:spcPct val="0"/>
              </a:spcAft>
              <a:buClr>
                <a:srgbClr val="0046A0"/>
              </a:buClr>
              <a:buFont typeface="Wingdings" panose="05000000000000000000" pitchFamily="2" charset="2"/>
              <a:buNone/>
              <a:defRPr sz="1200" baseline="0">
                <a:solidFill>
                  <a:schemeClr val="tx1"/>
                </a:solidFill>
                <a:latin typeface="+mn-lt"/>
              </a:defRPr>
            </a:lvl4pPr>
            <a:lvl5pPr marL="671513" indent="-200025" algn="l" rtl="0" eaLnBrk="1" fontAlgn="base" hangingPunct="1">
              <a:spcBef>
                <a:spcPct val="50000"/>
              </a:spcBef>
              <a:spcAft>
                <a:spcPct val="0"/>
              </a:spcAft>
              <a:buClr>
                <a:srgbClr val="0046A0"/>
              </a:buClr>
              <a:buFont typeface="Wingdings" panose="05000000000000000000" pitchFamily="2" charset="2"/>
              <a:buChar char="§"/>
              <a:defRPr sz="1200">
                <a:solidFill>
                  <a:schemeClr val="tx1"/>
                </a:solidFill>
                <a:latin typeface="+mn-lt"/>
              </a:defRPr>
            </a:lvl5pPr>
            <a:lvl6pPr marL="1885950" indent="-171450" algn="l" rtl="0" eaLnBrk="1" fontAlgn="base" hangingPunct="1">
              <a:spcBef>
                <a:spcPct val="50000"/>
              </a:spcBef>
              <a:spcAft>
                <a:spcPct val="0"/>
              </a:spcAft>
              <a:buClr>
                <a:srgbClr val="0933A0"/>
              </a:buClr>
              <a:buFont typeface="Monotype Sorts" pitchFamily="2" charset="2"/>
              <a:buChar char="n"/>
              <a:defRPr sz="900">
                <a:solidFill>
                  <a:schemeClr val="tx1"/>
                </a:solidFill>
                <a:latin typeface="+mn-lt"/>
              </a:defRPr>
            </a:lvl6pPr>
            <a:lvl7pPr marL="2228850" indent="-171450" algn="l" rtl="0" eaLnBrk="1" fontAlgn="base" hangingPunct="1">
              <a:spcBef>
                <a:spcPct val="50000"/>
              </a:spcBef>
              <a:spcAft>
                <a:spcPct val="0"/>
              </a:spcAft>
              <a:buClr>
                <a:srgbClr val="0933A0"/>
              </a:buClr>
              <a:buFont typeface="Monotype Sorts" pitchFamily="2" charset="2"/>
              <a:buChar char="n"/>
              <a:defRPr sz="900">
                <a:solidFill>
                  <a:schemeClr val="tx1"/>
                </a:solidFill>
                <a:latin typeface="+mn-lt"/>
              </a:defRPr>
            </a:lvl7pPr>
            <a:lvl8pPr marL="2571750" indent="-171450" algn="l" rtl="0" eaLnBrk="1" fontAlgn="base" hangingPunct="1">
              <a:spcBef>
                <a:spcPct val="50000"/>
              </a:spcBef>
              <a:spcAft>
                <a:spcPct val="0"/>
              </a:spcAft>
              <a:buClr>
                <a:srgbClr val="0933A0"/>
              </a:buClr>
              <a:buFont typeface="Monotype Sorts" pitchFamily="2" charset="2"/>
              <a:buChar char="n"/>
              <a:defRPr sz="900">
                <a:solidFill>
                  <a:schemeClr val="tx1"/>
                </a:solidFill>
                <a:latin typeface="+mn-lt"/>
              </a:defRPr>
            </a:lvl8pPr>
            <a:lvl9pPr marL="2914650" indent="-171450" algn="l" rtl="0" eaLnBrk="1" fontAlgn="base" hangingPunct="1">
              <a:spcBef>
                <a:spcPct val="50000"/>
              </a:spcBef>
              <a:spcAft>
                <a:spcPct val="0"/>
              </a:spcAft>
              <a:buClr>
                <a:srgbClr val="0933A0"/>
              </a:buClr>
              <a:buFont typeface="Monotype Sorts" pitchFamily="2" charset="2"/>
              <a:buChar char="n"/>
              <a:defRPr sz="9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kern="0" dirty="0">
                <a:hlinkClick r:id="rId4"/>
              </a:rPr>
              <a:t>https://library.ultrazohm.com/</a:t>
            </a:r>
            <a:r>
              <a:rPr lang="en-US" kern="0" dirty="0"/>
              <a:t>:</a:t>
            </a:r>
          </a:p>
          <a:p>
            <a:pPr marL="342900" indent="-342900">
              <a:buFont typeface="+mj-lt"/>
              <a:buAutoNum type="arabicPeriod"/>
            </a:pPr>
            <a:r>
              <a:rPr lang="en-US" kern="0" dirty="0"/>
              <a:t>Component parameters in database tables</a:t>
            </a:r>
          </a:p>
          <a:p>
            <a:pPr marL="342900" indent="-342900">
              <a:buFont typeface="+mj-lt"/>
              <a:buAutoNum type="arabicPeriod"/>
            </a:pPr>
            <a:r>
              <a:rPr lang="en-US" kern="0" dirty="0"/>
              <a:t>Schematic symbols and footprints that are referenced by an entry in the table</a:t>
            </a:r>
          </a:p>
        </p:txBody>
      </p:sp>
      <p:pic>
        <p:nvPicPr>
          <p:cNvPr id="14" name="Grafik 13" descr="Programmierer">
            <a:extLst>
              <a:ext uri="{FF2B5EF4-FFF2-40B4-BE49-F238E27FC236}">
                <a16:creationId xmlns:a16="http://schemas.microsoft.com/office/drawing/2014/main" id="{99F16B3B-579F-4F5C-81EE-10C37A8E1AE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3568" y="4005262"/>
            <a:ext cx="1691990" cy="1691990"/>
          </a:xfrm>
          <a:prstGeom prst="rect">
            <a:avLst/>
          </a:prstGeom>
        </p:spPr>
      </p:pic>
      <p:pic>
        <p:nvPicPr>
          <p:cNvPr id="16" name="Grafik 15" descr="Synchronisierende Cloud">
            <a:extLst>
              <a:ext uri="{FF2B5EF4-FFF2-40B4-BE49-F238E27FC236}">
                <a16:creationId xmlns:a16="http://schemas.microsoft.com/office/drawing/2014/main" id="{7E149C6D-D224-47B2-93B3-AF721ACD8FA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795713" y="4005262"/>
            <a:ext cx="914400" cy="914400"/>
          </a:xfrm>
          <a:prstGeom prst="rect">
            <a:avLst/>
          </a:prstGeom>
        </p:spPr>
      </p:pic>
      <p:cxnSp>
        <p:nvCxnSpPr>
          <p:cNvPr id="21" name="Gerade Verbindung mit Pfeil 20">
            <a:extLst>
              <a:ext uri="{FF2B5EF4-FFF2-40B4-BE49-F238E27FC236}">
                <a16:creationId xmlns:a16="http://schemas.microsoft.com/office/drawing/2014/main" id="{617DDD70-1218-41BE-AB8C-3EC63C939A12}"/>
              </a:ext>
            </a:extLst>
          </p:cNvPr>
          <p:cNvCxnSpPr>
            <a:cxnSpLocks/>
            <a:stCxn id="9" idx="1"/>
            <a:endCxn id="14" idx="3"/>
          </p:cNvCxnSpPr>
          <p:nvPr/>
        </p:nvCxnSpPr>
        <p:spPr bwMode="auto">
          <a:xfrm flipH="1">
            <a:off x="2395558" y="4851257"/>
            <a:ext cx="3584173" cy="0"/>
          </a:xfrm>
          <a:prstGeom prst="straightConnector1">
            <a:avLst/>
          </a:prstGeom>
          <a:noFill/>
          <a:ln w="571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pic>
        <p:nvPicPr>
          <p:cNvPr id="25" name="Grafik 24" descr="Programmierer">
            <a:extLst>
              <a:ext uri="{FF2B5EF4-FFF2-40B4-BE49-F238E27FC236}">
                <a16:creationId xmlns:a16="http://schemas.microsoft.com/office/drawing/2014/main" id="{A245B3F2-82AC-4CD6-BBDB-CE5A6724F1B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880010" y="4943474"/>
            <a:ext cx="1691990" cy="1691990"/>
          </a:xfrm>
          <a:prstGeom prst="rect">
            <a:avLst/>
          </a:prstGeom>
        </p:spPr>
      </p:pic>
      <p:cxnSp>
        <p:nvCxnSpPr>
          <p:cNvPr id="26" name="Gerade Verbindung mit Pfeil 25">
            <a:extLst>
              <a:ext uri="{FF2B5EF4-FFF2-40B4-BE49-F238E27FC236}">
                <a16:creationId xmlns:a16="http://schemas.microsoft.com/office/drawing/2014/main" id="{33CF23DD-47C7-40BF-B540-705ECF7DD82A}"/>
              </a:ext>
            </a:extLst>
          </p:cNvPr>
          <p:cNvCxnSpPr>
            <a:cxnSpLocks/>
            <a:stCxn id="9" idx="1"/>
            <a:endCxn id="25" idx="3"/>
          </p:cNvCxnSpPr>
          <p:nvPr/>
        </p:nvCxnSpPr>
        <p:spPr bwMode="auto">
          <a:xfrm flipH="1">
            <a:off x="4572000" y="4851257"/>
            <a:ext cx="1407731" cy="938212"/>
          </a:xfrm>
          <a:prstGeom prst="straightConnector1">
            <a:avLst/>
          </a:prstGeom>
          <a:noFill/>
          <a:ln w="571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9" name="Rechteck 28">
            <a:extLst>
              <a:ext uri="{FF2B5EF4-FFF2-40B4-BE49-F238E27FC236}">
                <a16:creationId xmlns:a16="http://schemas.microsoft.com/office/drawing/2014/main" id="{09D5F700-9EDB-4C3F-9514-83210C179BC9}"/>
              </a:ext>
            </a:extLst>
          </p:cNvPr>
          <p:cNvSpPr/>
          <p:nvPr/>
        </p:nvSpPr>
        <p:spPr>
          <a:xfrm>
            <a:off x="4572000" y="1147437"/>
            <a:ext cx="4572000" cy="55399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500" b="1" dirty="0"/>
              <a:t>Installation of a database library is as easy as installing an integrated library</a:t>
            </a:r>
          </a:p>
        </p:txBody>
      </p:sp>
    </p:spTree>
    <p:extLst>
      <p:ext uri="{BB962C8B-B14F-4D97-AF65-F5344CB8AC3E}">
        <p14:creationId xmlns:p14="http://schemas.microsoft.com/office/powerpoint/2010/main" val="22818035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9" grpId="0"/>
    </p:bldLst>
  </p:timing>
</p:sld>
</file>

<file path=ppt/theme/theme1.xml><?xml version="1.0" encoding="utf-8"?>
<a:theme xmlns:a="http://schemas.openxmlformats.org/drawingml/2006/main" name="Folien_deutsch">
  <a:themeElements>
    <a:clrScheme name="ELSYS - Basis">
      <a:dk1>
        <a:srgbClr val="000000"/>
      </a:dk1>
      <a:lt1>
        <a:srgbClr val="FFFFFF"/>
      </a:lt1>
      <a:dk2>
        <a:srgbClr val="A7A9AC"/>
      </a:dk2>
      <a:lt2>
        <a:srgbClr val="D1D3D4"/>
      </a:lt2>
      <a:accent1>
        <a:srgbClr val="21409A"/>
      </a:accent1>
      <a:accent2>
        <a:srgbClr val="00AEEF"/>
      </a:accent2>
      <a:accent3>
        <a:srgbClr val="007DBD"/>
      </a:accent3>
      <a:accent4>
        <a:srgbClr val="95C5E0"/>
      </a:accent4>
      <a:accent5>
        <a:srgbClr val="0093AD"/>
      </a:accent5>
      <a:accent6>
        <a:srgbClr val="AFDFE4"/>
      </a:accent6>
      <a:hlink>
        <a:srgbClr val="21409A"/>
      </a:hlink>
      <a:folHlink>
        <a:srgbClr val="00AEEF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  <a:txDef>
      <a:spPr bwMode="auto">
        <a:noFill/>
        <a:ln w="9525">
          <a:noFill/>
          <a:miter lim="800000"/>
          <a:headEnd/>
          <a:tailEnd/>
        </a:ln>
      </a:spPr>
      <a:bodyPr vert="horz" wrap="square" lIns="0" tIns="0" rIns="0" bIns="0" numCol="1" anchor="t" anchorCtr="0" compatLnSpc="1">
        <a:prstTxWarp prst="textNoShape">
          <a:avLst/>
        </a:prstTxWarp>
      </a:bodyPr>
      <a:lstStyle>
        <a:defPPr algn="l">
          <a:defRPr sz="2400" b="0" kern="0" dirty="0" smtClean="0">
            <a:latin typeface="+mn-lt"/>
          </a:defRPr>
        </a:defPPr>
      </a:lstStyle>
    </a:txDef>
  </a:objectDefaults>
  <a:extraClrSchemeLst>
    <a:extraClrScheme>
      <a:clrScheme name="Folien_DeutschmitLogoLandderIdeen_22042009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olien_DeutschmitLogoLandderIdeen_22042009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olien_DeutschmitLogoLandderIdeen_22042009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olien_DeutschmitLogoLandderIdeen_22042009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olien_DeutschmitLogoLandderIdeen_22042009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olien_DeutschmitLogoLandderIdeen_22042009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olien_DeutschmitLogoLandderIdeen_22042009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20151015_ELSYS-ENCN_Vorlage_GM.potx" id="{CF8EEC82-F92C-49F5-B549-28AE1245F50D}" vid="{210EF834-2D2F-4BE6-B5E5-B999163275D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praesentation_digital</Template>
  <TotalTime>0</TotalTime>
  <Words>255</Words>
  <Application>Microsoft Office PowerPoint</Application>
  <PresentationFormat>Bildschirmpräsentation (4:3)</PresentationFormat>
  <Paragraphs>33</Paragraphs>
  <Slides>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</vt:i4>
      </vt:variant>
    </vt:vector>
  </HeadingPairs>
  <TitlesOfParts>
    <vt:vector size="8" baseType="lpstr">
      <vt:lpstr>Arial</vt:lpstr>
      <vt:lpstr>Arial Black</vt:lpstr>
      <vt:lpstr>Monotype Sorts</vt:lpstr>
      <vt:lpstr>Wingdings</vt:lpstr>
      <vt:lpstr>Folien_deutsch</vt:lpstr>
      <vt:lpstr>PowerPoint-Präsentation</vt:lpstr>
      <vt:lpstr>Current Situation</vt:lpstr>
      <vt:lpstr>Propose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wendtth65566</dc:creator>
  <cp:lastModifiedBy>wendtth65566</cp:lastModifiedBy>
  <cp:revision>18</cp:revision>
  <dcterms:created xsi:type="dcterms:W3CDTF">2020-05-25T11:21:09Z</dcterms:created>
  <dcterms:modified xsi:type="dcterms:W3CDTF">2020-05-25T13:06:10Z</dcterms:modified>
</cp:coreProperties>
</file>